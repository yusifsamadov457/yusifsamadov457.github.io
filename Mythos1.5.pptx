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1.xml" ContentType="application/vnd.openxmlformats-officedocument.presentationml.slide+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Lst>
  <p:sldSz cx="9144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Başlık Slaydı">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4680"/>
            <a:ext cx="7924320" cy="1142640"/>
          </a:xfrm>
          <a:prstGeom prst="rect">
            <a:avLst/>
          </a:prstGeom>
          <a:noFill/>
          <a:ln w="0">
            <a:noFill/>
          </a:ln>
        </p:spPr>
        <p:txBody>
          <a:bodyPr lIns="0" rIns="0" tIns="0" bIns="0" anchor="ctr">
            <a:noAutofit/>
          </a:bodyPr>
          <a:p>
            <a:pPr indent="0">
              <a:buNone/>
            </a:pPr>
            <a:endParaRPr b="0" lang="tr-TR" sz="1800" spc="-1" strike="noStrike">
              <a:solidFill>
                <a:schemeClr val="dk1"/>
              </a:solidFill>
              <a:latin typeface="Arial Narrow"/>
            </a:endParaRPr>
          </a:p>
        </p:txBody>
      </p:sp>
      <p:sp>
        <p:nvSpPr>
          <p:cNvPr id="8" name="PlaceHolder 2"/>
          <p:cNvSpPr>
            <a:spLocks noGrp="1"/>
          </p:cNvSpPr>
          <p:nvPr>
            <p:ph type="subTitle"/>
          </p:nvPr>
        </p:nvSpPr>
        <p:spPr>
          <a:xfrm>
            <a:off x="609480" y="1600200"/>
            <a:ext cx="7924320" cy="4114440"/>
          </a:xfrm>
          <a:prstGeom prst="rect">
            <a:avLst/>
          </a:prstGeom>
          <a:noFill/>
          <a:ln w="0">
            <a:noFill/>
          </a:ln>
        </p:spPr>
        <p:txBody>
          <a:bodyPr lIns="0" rIns="0" tIns="0" bIns="0" anchor="ctr">
            <a:noAutofit/>
          </a:bodyPr>
          <a:p>
            <a:pPr indent="0" algn="ctr">
              <a:buNone/>
            </a:pPr>
            <a:endParaRPr b="0" lang="en-US" sz="3200" spc="-1" strike="noStrike">
              <a:solidFill>
                <a:srgbClr val="ffffff"/>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AEFBFD29-498B-4938-86FD-E4EEB0416CB3}"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Başlık, Dikey Metin">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CD7DD0AF-0D28-4BBF-9A23-13E068CB9E93}"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Dikey Başlık ve Metin">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50DB9EB8-9BB2-4504-B746-640AB0D9DF29}"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Başlık ve İçerik">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4680"/>
            <a:ext cx="7924320" cy="1142640"/>
          </a:xfrm>
          <a:prstGeom prst="rect">
            <a:avLst/>
          </a:prstGeom>
          <a:noFill/>
          <a:ln w="0">
            <a:noFill/>
          </a:ln>
        </p:spPr>
        <p:txBody>
          <a:bodyPr lIns="0" rIns="0" tIns="0" bIns="0" anchor="ctr">
            <a:noAutofit/>
          </a:bodyPr>
          <a:p>
            <a:pPr indent="0">
              <a:buNone/>
            </a:pPr>
            <a:endParaRPr b="0" lang="tr-TR" sz="1800" spc="-1" strike="noStrike">
              <a:solidFill>
                <a:schemeClr val="dk1"/>
              </a:solidFill>
              <a:latin typeface="Arial Narrow"/>
            </a:endParaRPr>
          </a:p>
        </p:txBody>
      </p:sp>
      <p:sp>
        <p:nvSpPr>
          <p:cNvPr id="28" name="PlaceHolder 2"/>
          <p:cNvSpPr>
            <a:spLocks noGrp="1"/>
          </p:cNvSpPr>
          <p:nvPr>
            <p:ph/>
          </p:nvPr>
        </p:nvSpPr>
        <p:spPr>
          <a:xfrm>
            <a:off x="609480" y="1600200"/>
            <a:ext cx="7924320" cy="4114440"/>
          </a:xfrm>
          <a:prstGeom prst="rect">
            <a:avLst/>
          </a:prstGeom>
          <a:noFill/>
          <a:ln w="0">
            <a:noFill/>
          </a:ln>
        </p:spPr>
        <p:txBody>
          <a:bodyPr lIns="0" rIns="0" tIns="0" bIns="0" anchor="t">
            <a:normAutofit/>
          </a:bodyPr>
          <a:p>
            <a:pPr indent="0">
              <a:spcBef>
                <a:spcPts val="1417"/>
              </a:spcBef>
              <a:buNone/>
            </a:pPr>
            <a:endParaRPr b="0" lang="tr-TR" sz="1700" spc="29" strike="noStrike">
              <a:solidFill>
                <a:schemeClr val="dk1"/>
              </a:solidFill>
              <a:latin typeface="Arial Narrow"/>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30CE6F36-193E-4DB1-AE1A-91E0CA8223B8}"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ölüm Üstbilgisi">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916EF34D-E2EF-4CD4-9132-E2AD1C66E40E}"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İki İçerik">
    <p:spTree>
      <p:nvGrpSpPr>
        <p:cNvPr id="1" name=""/>
        <p:cNvGrpSpPr/>
        <p:nvPr/>
      </p:nvGrpSpPr>
      <p:grpSpPr>
        <a:xfrm>
          <a:off x="0" y="0"/>
          <a:ext cx="0" cy="0"/>
          <a:chOff x="0" y="0"/>
          <a:chExt cx="0" cy="0"/>
        </a:xfrm>
      </p:grpSpPr>
      <p:sp>
        <p:nvSpPr>
          <p:cNvPr id="42" name="PlaceHolder 1"/>
          <p:cNvSpPr>
            <a:spLocks noGrp="1"/>
          </p:cNvSpPr>
          <p:nvPr>
            <p:ph type="title"/>
          </p:nvPr>
        </p:nvSpPr>
        <p:spPr>
          <a:xfrm>
            <a:off x="609480" y="274680"/>
            <a:ext cx="7924320" cy="1142640"/>
          </a:xfrm>
          <a:prstGeom prst="rect">
            <a:avLst/>
          </a:prstGeom>
          <a:noFill/>
          <a:ln w="0">
            <a:noFill/>
          </a:ln>
        </p:spPr>
        <p:txBody>
          <a:bodyPr lIns="0" rIns="0" tIns="0" bIns="0" anchor="ctr">
            <a:noAutofit/>
          </a:bodyPr>
          <a:p>
            <a:pPr indent="0">
              <a:buNone/>
            </a:pPr>
            <a:endParaRPr b="0" lang="tr-TR" sz="1800" spc="-1" strike="noStrike">
              <a:solidFill>
                <a:schemeClr val="dk1"/>
              </a:solidFill>
              <a:latin typeface="Arial Narrow"/>
            </a:endParaRPr>
          </a:p>
        </p:txBody>
      </p:sp>
      <p:sp>
        <p:nvSpPr>
          <p:cNvPr id="43" name="PlaceHolder 2"/>
          <p:cNvSpPr>
            <a:spLocks noGrp="1"/>
          </p:cNvSpPr>
          <p:nvPr>
            <p:ph/>
          </p:nvPr>
        </p:nvSpPr>
        <p:spPr>
          <a:xfrm>
            <a:off x="609480" y="1600200"/>
            <a:ext cx="3866760" cy="4114440"/>
          </a:xfrm>
          <a:prstGeom prst="rect">
            <a:avLst/>
          </a:prstGeom>
          <a:noFill/>
          <a:ln w="0">
            <a:noFill/>
          </a:ln>
        </p:spPr>
        <p:txBody>
          <a:bodyPr lIns="0" rIns="0" tIns="0" bIns="0" anchor="t">
            <a:normAutofit/>
          </a:bodyPr>
          <a:p>
            <a:pPr indent="0">
              <a:spcBef>
                <a:spcPts val="1417"/>
              </a:spcBef>
              <a:buNone/>
            </a:pPr>
            <a:endParaRPr b="0" lang="tr-TR" sz="1700" spc="29" strike="noStrike">
              <a:solidFill>
                <a:schemeClr val="dk1"/>
              </a:solidFill>
              <a:latin typeface="Arial Narrow"/>
            </a:endParaRPr>
          </a:p>
        </p:txBody>
      </p:sp>
      <p:sp>
        <p:nvSpPr>
          <p:cNvPr id="44" name="PlaceHolder 3"/>
          <p:cNvSpPr>
            <a:spLocks noGrp="1"/>
          </p:cNvSpPr>
          <p:nvPr>
            <p:ph/>
          </p:nvPr>
        </p:nvSpPr>
        <p:spPr>
          <a:xfrm>
            <a:off x="4669920" y="1600200"/>
            <a:ext cx="3866760" cy="4114440"/>
          </a:xfrm>
          <a:prstGeom prst="rect">
            <a:avLst/>
          </a:prstGeom>
          <a:noFill/>
          <a:ln w="0">
            <a:noFill/>
          </a:ln>
        </p:spPr>
        <p:txBody>
          <a:bodyPr lIns="0" rIns="0" tIns="0" bIns="0" anchor="t">
            <a:normAutofit/>
          </a:bodyPr>
          <a:p>
            <a:pPr indent="0">
              <a:spcBef>
                <a:spcPts val="1417"/>
              </a:spcBef>
              <a:buNone/>
            </a:pPr>
            <a:endParaRPr b="0" lang="tr-TR" sz="1700" spc="29" strike="noStrike">
              <a:solidFill>
                <a:schemeClr val="dk1"/>
              </a:solidFill>
              <a:latin typeface="Arial Narrow"/>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24694A08-F274-40CA-BCBB-CD2262630E9B}"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rşılaştırma">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DDE25DD5-037A-403F-AD89-A92A33252798}"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Yalnızca Başlık">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4680"/>
            <a:ext cx="7924320" cy="1142640"/>
          </a:xfrm>
          <a:prstGeom prst="rect">
            <a:avLst/>
          </a:prstGeom>
          <a:noFill/>
          <a:ln w="0">
            <a:noFill/>
          </a:ln>
        </p:spPr>
        <p:txBody>
          <a:bodyPr lIns="0" rIns="0" tIns="0" bIns="0" anchor="ctr">
            <a:noAutofit/>
          </a:bodyPr>
          <a:p>
            <a:pPr indent="0">
              <a:buNone/>
            </a:pPr>
            <a:endParaRPr b="0" lang="tr-TR" sz="1800" spc="-1" strike="noStrike">
              <a:solidFill>
                <a:schemeClr val="dk1"/>
              </a:solidFill>
              <a:latin typeface="Arial Narrow"/>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AB59B030-F266-4B77-AC37-EDAA4E4480D5}"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oş">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B791C4AA-9EEA-450B-840A-56F0C1D4BEE7}"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aşlıklı İçerik">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8F38EF1D-DE0F-43EA-88FB-D2CB9B3C1788}"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aşlıklı Resim">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6840D0A4-2ED5-4299-B3D1-37E13F0640F6}"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png"/><Relationship Id="rId3"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png"/><Relationship Id="rId3"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png"/><Relationship Id="rId3"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image" Target="../media/image1.png"/><Relationship Id="rId3"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image" Target="../media/image1.png"/><Relationship Id="rId3"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png"/><Relationship Id="rId3"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image" Target="../media/image1.png"/><Relationship Id="rId3"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0" name="Picture 6" descr="horizon.png"/>
          <p:cNvPicPr/>
          <p:nvPr/>
        </p:nvPicPr>
        <p:blipFill>
          <a:blip r:embed="rId2"/>
          <a:stretch/>
        </p:blipFill>
        <p:spPr>
          <a:xfrm>
            <a:off x="0" y="0"/>
            <a:ext cx="9143640" cy="6857640"/>
          </a:xfrm>
          <a:prstGeom prst="rect">
            <a:avLst/>
          </a:prstGeom>
          <a:ln w="0">
            <a:noFill/>
          </a:ln>
        </p:spPr>
      </p:pic>
      <p:pic>
        <p:nvPicPr>
          <p:cNvPr id="1" name="Picture 6" descr="horizon.png"/>
          <p:cNvPicPr/>
          <p:nvPr/>
        </p:nvPicPr>
        <p:blipFill>
          <a:blip r:embed="rId3"/>
          <a:srcRect l="0" t="33332" r="0" b="0"/>
          <a:stretch/>
        </p:blipFill>
        <p:spPr>
          <a:xfrm>
            <a:off x="0" y="0"/>
            <a:ext cx="9143640" cy="4571640"/>
          </a:xfrm>
          <a:prstGeom prst="rect">
            <a:avLst/>
          </a:prstGeom>
          <a:ln w="0">
            <a:noFill/>
          </a:ln>
        </p:spPr>
      </p:pic>
      <p:sp>
        <p:nvSpPr>
          <p:cNvPr id="2" name="PlaceHolder 1"/>
          <p:cNvSpPr>
            <a:spLocks noGrp="1"/>
          </p:cNvSpPr>
          <p:nvPr>
            <p:ph type="dt" idx="1"/>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3" name="PlaceHolder 2"/>
          <p:cNvSpPr>
            <a:spLocks noGrp="1"/>
          </p:cNvSpPr>
          <p:nvPr>
            <p:ph type="ftr" idx="2"/>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4" name="PlaceHolder 3"/>
          <p:cNvSpPr>
            <a:spLocks noGrp="1"/>
          </p:cNvSpPr>
          <p:nvPr>
            <p:ph type="sldNum" idx="3"/>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D08E874A-15F8-4582-A1CB-8B6551E0BF6F}"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
        <p:nvSpPr>
          <p:cNvPr id="5" name="PlaceHolder 4"/>
          <p:cNvSpPr>
            <a:spLocks noGrp="1"/>
          </p:cNvSpPr>
          <p:nvPr>
            <p:ph type="title"/>
          </p:nvPr>
        </p:nvSpPr>
        <p:spPr>
          <a:xfrm>
            <a:off x="685800" y="2007720"/>
            <a:ext cx="7772040" cy="1469520"/>
          </a:xfrm>
          <a:prstGeom prst="rect">
            <a:avLst/>
          </a:prstGeom>
          <a:noFill/>
          <a:ln w="0">
            <a:noFill/>
          </a:ln>
        </p:spPr>
        <p:txBody>
          <a:bodyPr lIns="91440" rIns="91440" tIns="45720" bIns="45720" anchor="b">
            <a:noAutofit/>
          </a:bodyPr>
          <a:p>
            <a:pPr indent="0" algn="ctr" defTabSz="914400">
              <a:lnSpc>
                <a:spcPct val="100000"/>
              </a:lnSpc>
              <a:buNone/>
            </a:pPr>
            <a:r>
              <a:rPr b="0" lang="tr-TR" sz="3200" spc="49" strike="noStrike" cap="all">
                <a:solidFill>
                  <a:schemeClr val="dk1"/>
                </a:solidFill>
                <a:latin typeface="Arial Narrow"/>
              </a:rPr>
              <a:t>Asıl başlık stili için tıklatın</a:t>
            </a:r>
            <a:endParaRPr b="0" lang="tr-TR" sz="3200" spc="-1" strike="noStrike">
              <a:solidFill>
                <a:schemeClr val="dk1"/>
              </a:solidFill>
              <a:latin typeface="Arial Narrow"/>
            </a:endParaRPr>
          </a:p>
        </p:txBody>
      </p:sp>
      <p:sp>
        <p:nvSpPr>
          <p:cNvPr id="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tr-TR" sz="1700" spc="29" strike="noStrike">
                <a:solidFill>
                  <a:schemeClr val="dk1"/>
                </a:solidFill>
                <a:latin typeface="Arial Narrow"/>
              </a:rPr>
              <a:t>Click to edit the outline text format</a:t>
            </a:r>
            <a:endParaRPr b="0" lang="tr-TR" sz="1700" spc="29" strike="noStrike">
              <a:solidFill>
                <a:schemeClr val="dk1"/>
              </a:solidFill>
              <a:latin typeface="Arial Narrow"/>
            </a:endParaRPr>
          </a:p>
          <a:p>
            <a:pPr lvl="1" marL="864000" indent="-324000">
              <a:spcBef>
                <a:spcPts val="1134"/>
              </a:spcBef>
              <a:buClr>
                <a:srgbClr val="ffffff"/>
              </a:buClr>
              <a:buSzPct val="75000"/>
              <a:buFont typeface="Symbol" charset="2"/>
              <a:buChar char=""/>
            </a:pPr>
            <a:r>
              <a:rPr b="0" lang="tr-TR" sz="1700" spc="29" strike="noStrike">
                <a:solidFill>
                  <a:schemeClr val="dk1"/>
                </a:solidFill>
                <a:latin typeface="Arial Narrow"/>
              </a:rPr>
              <a:t>Second Outline Level</a:t>
            </a:r>
            <a:endParaRPr b="0" lang="tr-TR" sz="1700" spc="29" strike="noStrike">
              <a:solidFill>
                <a:schemeClr val="dk1"/>
              </a:solidFill>
              <a:latin typeface="Arial Narrow"/>
            </a:endParaRPr>
          </a:p>
          <a:p>
            <a:pPr lvl="2" marL="1296000" indent="-288000">
              <a:spcBef>
                <a:spcPts val="850"/>
              </a:spcBef>
              <a:buClr>
                <a:srgbClr val="ffffff"/>
              </a:buClr>
              <a:buSzPct val="45000"/>
              <a:buFont typeface="Wingdings" charset="2"/>
              <a:buChar char=""/>
            </a:pPr>
            <a:r>
              <a:rPr b="0" lang="tr-TR" sz="1700" spc="29" strike="noStrike">
                <a:solidFill>
                  <a:schemeClr val="dk1"/>
                </a:solidFill>
                <a:latin typeface="Arial Narrow"/>
              </a:rPr>
              <a:t>Third Outline Level</a:t>
            </a:r>
            <a:endParaRPr b="0" lang="tr-TR" sz="1700" spc="29" strike="noStrike">
              <a:solidFill>
                <a:schemeClr val="dk1"/>
              </a:solidFill>
              <a:latin typeface="Arial Narrow"/>
            </a:endParaRPr>
          </a:p>
          <a:p>
            <a:pPr lvl="3" marL="1728000" indent="-216000">
              <a:spcBef>
                <a:spcPts val="567"/>
              </a:spcBef>
              <a:buClr>
                <a:srgbClr val="ffffff"/>
              </a:buClr>
              <a:buSzPct val="75000"/>
              <a:buFont typeface="Symbol" charset="2"/>
              <a:buChar char=""/>
            </a:pPr>
            <a:r>
              <a:rPr b="0" lang="tr-TR" sz="1700" spc="29" strike="noStrike">
                <a:solidFill>
                  <a:schemeClr val="dk1"/>
                </a:solidFill>
                <a:latin typeface="Arial Narrow"/>
              </a:rPr>
              <a:t>Fourth Outline Level</a:t>
            </a:r>
            <a:endParaRPr b="0" lang="tr-TR" sz="1700" spc="29" strike="noStrike">
              <a:solidFill>
                <a:schemeClr val="dk1"/>
              </a:solidFill>
              <a:latin typeface="Arial Narrow"/>
            </a:endParaRPr>
          </a:p>
          <a:p>
            <a:pPr lvl="4" marL="2160000" indent="-216000">
              <a:spcBef>
                <a:spcPts val="283"/>
              </a:spcBef>
              <a:buClr>
                <a:srgbClr val="ffffff"/>
              </a:buClr>
              <a:buSzPct val="45000"/>
              <a:buFont typeface="Wingdings" charset="2"/>
              <a:buChar char=""/>
            </a:pPr>
            <a:r>
              <a:rPr b="0" lang="tr-TR" sz="2000" spc="29" strike="noStrike">
                <a:solidFill>
                  <a:schemeClr val="dk1"/>
                </a:solidFill>
                <a:latin typeface="Arial Narrow"/>
              </a:rPr>
              <a:t>Fifth Outline Level</a:t>
            </a:r>
            <a:endParaRPr b="0" lang="tr-TR" sz="2000" spc="29" strike="noStrike">
              <a:solidFill>
                <a:schemeClr val="dk1"/>
              </a:solidFill>
              <a:latin typeface="Arial Narrow"/>
            </a:endParaRPr>
          </a:p>
          <a:p>
            <a:pPr lvl="5" marL="2592000" indent="-216000">
              <a:spcBef>
                <a:spcPts val="283"/>
              </a:spcBef>
              <a:buClr>
                <a:srgbClr val="ffffff"/>
              </a:buClr>
              <a:buSzPct val="45000"/>
              <a:buFont typeface="Wingdings" charset="2"/>
              <a:buChar char=""/>
            </a:pPr>
            <a:r>
              <a:rPr b="0" lang="tr-TR" sz="2000" spc="29" strike="noStrike">
                <a:solidFill>
                  <a:schemeClr val="dk1"/>
                </a:solidFill>
                <a:latin typeface="Arial Narrow"/>
              </a:rPr>
              <a:t>Sixth Outline Level</a:t>
            </a:r>
            <a:endParaRPr b="0" lang="tr-TR" sz="2000" spc="29" strike="noStrike">
              <a:solidFill>
                <a:schemeClr val="dk1"/>
              </a:solidFill>
              <a:latin typeface="Arial Narrow"/>
            </a:endParaRPr>
          </a:p>
          <a:p>
            <a:pPr lvl="6" marL="3024000" indent="-216000">
              <a:spcBef>
                <a:spcPts val="283"/>
              </a:spcBef>
              <a:buClr>
                <a:srgbClr val="ffffff"/>
              </a:buClr>
              <a:buSzPct val="45000"/>
              <a:buFont typeface="Wingdings" charset="2"/>
              <a:buChar char=""/>
            </a:pPr>
            <a:r>
              <a:rPr b="0" lang="tr-TR" sz="2000" spc="29" strike="noStrike">
                <a:solidFill>
                  <a:schemeClr val="dk1"/>
                </a:solidFill>
                <a:latin typeface="Arial Narrow"/>
              </a:rPr>
              <a:t>Seventh Outline Level</a:t>
            </a:r>
            <a:endParaRPr b="0" lang="tr-TR" sz="2000" spc="29" strike="noStrike">
              <a:solidFill>
                <a:schemeClr val="dk1"/>
              </a:solidFill>
              <a:latin typeface="Arial Narrow"/>
            </a:endParaRPr>
          </a:p>
        </p:txBody>
      </p:sp>
    </p:spTree>
  </p:cSld>
  <p:clrMap bg1="lt1" bg2="lt2" tx1="dk1" tx2="dk2" accent1="accent1" accent2="accent2" accent3="accent3" accent4="accent4" accent5="accent5" accent6="accent6" hlink="hlink" folHlink="folHlink"/>
  <p:sldLayoutIdLst>
    <p:sldLayoutId id="2147483649" r:id="rId4"/>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9" name="Picture 6" descr="horizon.png"/>
          <p:cNvPicPr/>
          <p:nvPr/>
        </p:nvPicPr>
        <p:blipFill>
          <a:blip r:embed="rId2"/>
          <a:stretch/>
        </p:blipFill>
        <p:spPr>
          <a:xfrm>
            <a:off x="0" y="0"/>
            <a:ext cx="9143640" cy="6857640"/>
          </a:xfrm>
          <a:prstGeom prst="rect">
            <a:avLst/>
          </a:prstGeom>
          <a:ln w="0">
            <a:noFill/>
          </a:ln>
        </p:spPr>
      </p:pic>
      <p:sp>
        <p:nvSpPr>
          <p:cNvPr id="10" name="PlaceHolder 1"/>
          <p:cNvSpPr>
            <a:spLocks noGrp="1"/>
          </p:cNvSpPr>
          <p:nvPr>
            <p:ph type="title"/>
          </p:nvPr>
        </p:nvSpPr>
        <p:spPr>
          <a:xfrm>
            <a:off x="609480" y="274680"/>
            <a:ext cx="7924320" cy="1142640"/>
          </a:xfrm>
          <a:prstGeom prst="rect">
            <a:avLst/>
          </a:prstGeom>
          <a:noFill/>
          <a:ln w="0">
            <a:noFill/>
          </a:ln>
        </p:spPr>
        <p:txBody>
          <a:bodyPr lIns="91440" rIns="91440" tIns="45720" bIns="45720" anchor="b">
            <a:noAutofit/>
          </a:bodyPr>
          <a:p>
            <a:pPr indent="0" defTabSz="914400">
              <a:lnSpc>
                <a:spcPct val="100000"/>
              </a:lnSpc>
              <a:buNone/>
            </a:pPr>
            <a:r>
              <a:rPr b="0" lang="tr-TR" sz="3000" spc="49" strike="noStrike" cap="all">
                <a:solidFill>
                  <a:schemeClr val="dk1"/>
                </a:solidFill>
                <a:latin typeface="Arial Narrow"/>
              </a:rPr>
              <a:t>Asıl başlık stili için tıklatın</a:t>
            </a:r>
            <a:endParaRPr b="0" lang="tr-TR" sz="3000" spc="-1" strike="noStrike">
              <a:solidFill>
                <a:schemeClr val="dk1"/>
              </a:solidFill>
              <a:latin typeface="Arial Narrow"/>
            </a:endParaRPr>
          </a:p>
        </p:txBody>
      </p:sp>
      <p:sp>
        <p:nvSpPr>
          <p:cNvPr id="11" name="PlaceHolder 2"/>
          <p:cNvSpPr>
            <a:spLocks noGrp="1"/>
          </p:cNvSpPr>
          <p:nvPr>
            <p:ph type="body"/>
          </p:nvPr>
        </p:nvSpPr>
        <p:spPr>
          <a:xfrm>
            <a:off x="609480" y="1600200"/>
            <a:ext cx="7924320" cy="4525560"/>
          </a:xfrm>
          <a:prstGeom prst="rect">
            <a:avLst/>
          </a:prstGeom>
          <a:noFill/>
          <a:ln w="0">
            <a:noFill/>
          </a:ln>
        </p:spPr>
        <p:txBody>
          <a:bodyPr lIns="91440" rIns="91440" tIns="45720" bIns="45720" anchor="t" vert="eaVert">
            <a:noAutofit/>
          </a:bodyPr>
          <a:p>
            <a:pPr marL="343080" indent="-34308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Asıl metin stillerini düzenlemek için tıklatın</a:t>
            </a:r>
            <a:endParaRPr b="0" lang="tr-TR" sz="1700" spc="29" strike="noStrike">
              <a:solidFill>
                <a:schemeClr val="dk1"/>
              </a:solidFill>
              <a:latin typeface="Arial Narrow"/>
            </a:endParaRPr>
          </a:p>
          <a:p>
            <a:pPr lvl="1" marL="743040" indent="-28584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İkinci düzey</a:t>
            </a:r>
            <a:endParaRPr b="0" lang="tr-TR" sz="1700" spc="29" strike="noStrike">
              <a:solidFill>
                <a:schemeClr val="dk1"/>
              </a:solidFill>
              <a:latin typeface="Arial Narrow"/>
            </a:endParaRPr>
          </a:p>
          <a:p>
            <a:pPr lvl="2" marL="11430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Üçüncü düzey</a:t>
            </a:r>
            <a:endParaRPr b="0" lang="tr-TR" sz="1700" spc="29" strike="noStrike">
              <a:solidFill>
                <a:schemeClr val="dk1"/>
              </a:solidFill>
              <a:latin typeface="Arial Narrow"/>
            </a:endParaRPr>
          </a:p>
          <a:p>
            <a:pPr lvl="3" marL="16002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Dördüncü düzey</a:t>
            </a:r>
            <a:endParaRPr b="0" lang="tr-TR" sz="1700" spc="29" strike="noStrike">
              <a:solidFill>
                <a:schemeClr val="dk1"/>
              </a:solidFill>
              <a:latin typeface="Arial Narrow"/>
            </a:endParaRPr>
          </a:p>
          <a:p>
            <a:pPr lvl="4" marL="20574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Beşinci düzey</a:t>
            </a:r>
            <a:endParaRPr b="0" lang="tr-TR" sz="1700" spc="29" strike="noStrike">
              <a:solidFill>
                <a:schemeClr val="dk1"/>
              </a:solidFill>
              <a:latin typeface="Arial Narrow"/>
            </a:endParaRPr>
          </a:p>
        </p:txBody>
      </p:sp>
      <p:sp>
        <p:nvSpPr>
          <p:cNvPr id="12" name="PlaceHolder 3"/>
          <p:cNvSpPr>
            <a:spLocks noGrp="1"/>
          </p:cNvSpPr>
          <p:nvPr>
            <p:ph type="dt" idx="4"/>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13" name="PlaceHolder 4"/>
          <p:cNvSpPr>
            <a:spLocks noGrp="1"/>
          </p:cNvSpPr>
          <p:nvPr>
            <p:ph type="ftr" idx="5"/>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14" name="PlaceHolder 5"/>
          <p:cNvSpPr>
            <a:spLocks noGrp="1"/>
          </p:cNvSpPr>
          <p:nvPr>
            <p:ph type="sldNum" idx="6"/>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5D20BBB4-907E-45D8-9FA7-5404568AFE71}"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15" name="Picture 6" descr="horizon.png"/>
          <p:cNvPicPr/>
          <p:nvPr/>
        </p:nvPicPr>
        <p:blipFill>
          <a:blip r:embed="rId2"/>
          <a:stretch/>
        </p:blipFill>
        <p:spPr>
          <a:xfrm>
            <a:off x="0" y="0"/>
            <a:ext cx="9143640" cy="6857640"/>
          </a:xfrm>
          <a:prstGeom prst="rect">
            <a:avLst/>
          </a:prstGeom>
          <a:ln w="0">
            <a:noFill/>
          </a:ln>
        </p:spPr>
      </p:pic>
      <p:sp>
        <p:nvSpPr>
          <p:cNvPr id="16"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b" vert="eaVert">
            <a:noAutofit/>
          </a:bodyPr>
          <a:p>
            <a:pPr indent="0" defTabSz="914400">
              <a:lnSpc>
                <a:spcPct val="100000"/>
              </a:lnSpc>
              <a:buNone/>
            </a:pPr>
            <a:r>
              <a:rPr b="0" lang="tr-TR" sz="3000" spc="49" strike="noStrike" cap="all">
                <a:solidFill>
                  <a:schemeClr val="dk1"/>
                </a:solidFill>
                <a:latin typeface="Arial Narrow"/>
              </a:rPr>
              <a:t>Asıl başlık stili için tıklatın</a:t>
            </a:r>
            <a:endParaRPr b="0" lang="tr-TR" sz="3000" spc="-1" strike="noStrike">
              <a:solidFill>
                <a:schemeClr val="dk1"/>
              </a:solidFill>
              <a:latin typeface="Arial Narrow"/>
            </a:endParaRPr>
          </a:p>
        </p:txBody>
      </p:sp>
      <p:sp>
        <p:nvSpPr>
          <p:cNvPr id="17"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Asıl metin stillerini düzenlemek için tıklatın</a:t>
            </a:r>
            <a:endParaRPr b="0" lang="tr-TR" sz="1700" spc="29" strike="noStrike">
              <a:solidFill>
                <a:schemeClr val="dk1"/>
              </a:solidFill>
              <a:latin typeface="Arial Narrow"/>
            </a:endParaRPr>
          </a:p>
          <a:p>
            <a:pPr lvl="1" marL="743040" indent="-28584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İkinci düzey</a:t>
            </a:r>
            <a:endParaRPr b="0" lang="tr-TR" sz="1700" spc="29" strike="noStrike">
              <a:solidFill>
                <a:schemeClr val="dk1"/>
              </a:solidFill>
              <a:latin typeface="Arial Narrow"/>
            </a:endParaRPr>
          </a:p>
          <a:p>
            <a:pPr lvl="2" marL="11430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Üçüncü düzey</a:t>
            </a:r>
            <a:endParaRPr b="0" lang="tr-TR" sz="1700" spc="29" strike="noStrike">
              <a:solidFill>
                <a:schemeClr val="dk1"/>
              </a:solidFill>
              <a:latin typeface="Arial Narrow"/>
            </a:endParaRPr>
          </a:p>
          <a:p>
            <a:pPr lvl="3" marL="16002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Dördüncü düzey</a:t>
            </a:r>
            <a:endParaRPr b="0" lang="tr-TR" sz="1700" spc="29" strike="noStrike">
              <a:solidFill>
                <a:schemeClr val="dk1"/>
              </a:solidFill>
              <a:latin typeface="Arial Narrow"/>
            </a:endParaRPr>
          </a:p>
          <a:p>
            <a:pPr lvl="4" marL="20574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Beşinci düzey</a:t>
            </a:r>
            <a:endParaRPr b="0" lang="tr-TR" sz="1700" spc="29" strike="noStrike">
              <a:solidFill>
                <a:schemeClr val="dk1"/>
              </a:solidFill>
              <a:latin typeface="Arial Narrow"/>
            </a:endParaRPr>
          </a:p>
        </p:txBody>
      </p:sp>
      <p:sp>
        <p:nvSpPr>
          <p:cNvPr id="18" name="PlaceHolder 3"/>
          <p:cNvSpPr>
            <a:spLocks noGrp="1"/>
          </p:cNvSpPr>
          <p:nvPr>
            <p:ph type="dt" idx="7"/>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19" name="PlaceHolder 4"/>
          <p:cNvSpPr>
            <a:spLocks noGrp="1"/>
          </p:cNvSpPr>
          <p:nvPr>
            <p:ph type="ftr" idx="8"/>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20" name="PlaceHolder 5"/>
          <p:cNvSpPr>
            <a:spLocks noGrp="1"/>
          </p:cNvSpPr>
          <p:nvPr>
            <p:ph type="sldNum" idx="9"/>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D4390D5C-9513-415D-937B-9BFF9A7C320C}"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21" name="Picture 6" descr="horizon.png"/>
          <p:cNvPicPr/>
          <p:nvPr/>
        </p:nvPicPr>
        <p:blipFill>
          <a:blip r:embed="rId2"/>
          <a:stretch/>
        </p:blipFill>
        <p:spPr>
          <a:xfrm>
            <a:off x="0" y="0"/>
            <a:ext cx="9143640" cy="6857640"/>
          </a:xfrm>
          <a:prstGeom prst="rect">
            <a:avLst/>
          </a:prstGeom>
          <a:ln w="0">
            <a:noFill/>
          </a:ln>
        </p:spPr>
      </p:pic>
      <p:sp>
        <p:nvSpPr>
          <p:cNvPr id="22" name="PlaceHolder 1"/>
          <p:cNvSpPr>
            <a:spLocks noGrp="1"/>
          </p:cNvSpPr>
          <p:nvPr>
            <p:ph type="title"/>
          </p:nvPr>
        </p:nvSpPr>
        <p:spPr>
          <a:xfrm>
            <a:off x="609480" y="274680"/>
            <a:ext cx="7924320" cy="1142640"/>
          </a:xfrm>
          <a:prstGeom prst="rect">
            <a:avLst/>
          </a:prstGeom>
          <a:noFill/>
          <a:ln w="0">
            <a:noFill/>
          </a:ln>
        </p:spPr>
        <p:txBody>
          <a:bodyPr lIns="91440" rIns="91440" tIns="45720" bIns="45720" anchor="b">
            <a:noAutofit/>
          </a:bodyPr>
          <a:p>
            <a:pPr indent="0" defTabSz="914400">
              <a:lnSpc>
                <a:spcPct val="100000"/>
              </a:lnSpc>
              <a:buNone/>
            </a:pPr>
            <a:r>
              <a:rPr b="0" lang="tr-TR" sz="3000" spc="49" strike="noStrike" cap="all">
                <a:solidFill>
                  <a:schemeClr val="dk1"/>
                </a:solidFill>
                <a:latin typeface="Arial Narrow"/>
              </a:rPr>
              <a:t>Asıl başlık stili için tıklatın</a:t>
            </a:r>
            <a:endParaRPr b="0" lang="tr-TR" sz="3000" spc="-1" strike="noStrike">
              <a:solidFill>
                <a:schemeClr val="dk1"/>
              </a:solidFill>
              <a:latin typeface="Arial Narrow"/>
            </a:endParaRPr>
          </a:p>
        </p:txBody>
      </p:sp>
      <p:sp>
        <p:nvSpPr>
          <p:cNvPr id="23" name="PlaceHolder 2"/>
          <p:cNvSpPr>
            <a:spLocks noGrp="1"/>
          </p:cNvSpPr>
          <p:nvPr>
            <p:ph type="dt" idx="10"/>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24" name="PlaceHolder 3"/>
          <p:cNvSpPr>
            <a:spLocks noGrp="1"/>
          </p:cNvSpPr>
          <p:nvPr>
            <p:ph type="ftr" idx="11"/>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25" name="PlaceHolder 4"/>
          <p:cNvSpPr>
            <a:spLocks noGrp="1"/>
          </p:cNvSpPr>
          <p:nvPr>
            <p:ph type="sldNum" idx="12"/>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D27E9768-3B75-4F06-A568-03928176929A}"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
        <p:nvSpPr>
          <p:cNvPr id="26" name="PlaceHolder 5"/>
          <p:cNvSpPr>
            <a:spLocks noGrp="1"/>
          </p:cNvSpPr>
          <p:nvPr>
            <p:ph type="body"/>
          </p:nvPr>
        </p:nvSpPr>
        <p:spPr>
          <a:xfrm>
            <a:off x="609480" y="1600200"/>
            <a:ext cx="7924320" cy="4114440"/>
          </a:xfrm>
          <a:prstGeom prst="rect">
            <a:avLst/>
          </a:prstGeom>
          <a:noFill/>
          <a:ln w="0">
            <a:noFill/>
          </a:ln>
        </p:spPr>
        <p:txBody>
          <a:bodyPr lIns="91440" rIns="91440" tIns="45720" bIns="45720" anchor="t">
            <a:noAutofit/>
          </a:bodyPr>
          <a:p>
            <a:pPr marL="343080" indent="-34308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Asıl metin stillerini düzenlemek için tıklatın</a:t>
            </a:r>
            <a:endParaRPr b="0" lang="tr-TR" sz="1700" spc="29" strike="noStrike">
              <a:solidFill>
                <a:schemeClr val="dk1"/>
              </a:solidFill>
              <a:latin typeface="Arial Narrow"/>
            </a:endParaRPr>
          </a:p>
          <a:p>
            <a:pPr lvl="1" marL="743040" indent="-28584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İkinci düzey</a:t>
            </a:r>
            <a:endParaRPr b="0" lang="tr-TR" sz="1700" spc="29" strike="noStrike">
              <a:solidFill>
                <a:schemeClr val="dk1"/>
              </a:solidFill>
              <a:latin typeface="Arial Narrow"/>
            </a:endParaRPr>
          </a:p>
          <a:p>
            <a:pPr lvl="2" marL="11430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Üçüncü düzey</a:t>
            </a:r>
            <a:endParaRPr b="0" lang="tr-TR" sz="1700" spc="29" strike="noStrike">
              <a:solidFill>
                <a:schemeClr val="dk1"/>
              </a:solidFill>
              <a:latin typeface="Arial Narrow"/>
            </a:endParaRPr>
          </a:p>
          <a:p>
            <a:pPr lvl="3" marL="16002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Dördüncü düzey</a:t>
            </a:r>
            <a:endParaRPr b="0" lang="tr-TR" sz="1700" spc="29" strike="noStrike">
              <a:solidFill>
                <a:schemeClr val="dk1"/>
              </a:solidFill>
              <a:latin typeface="Arial Narrow"/>
            </a:endParaRPr>
          </a:p>
          <a:p>
            <a:pPr lvl="4" marL="20574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Beşinci düzey</a:t>
            </a:r>
            <a:endParaRPr b="0" lang="tr-TR" sz="1700" spc="29" strike="noStrike">
              <a:solidFill>
                <a:schemeClr val="dk1"/>
              </a:solidFill>
              <a:latin typeface="Arial Narrow"/>
            </a:endParaRPr>
          </a:p>
        </p:txBody>
      </p:sp>
    </p:spTree>
  </p:cSld>
  <p:clrMap bg1="lt1" bg2="lt2" tx1="dk1" tx2="dk2" accent1="accent1" accent2="accent2" accent3="accent3" accent4="accent4" accent5="accent5" accent6="accent6" hlink="hlink" folHlink="folHlink"/>
  <p:sldLayoutIdLst>
    <p:sldLayoutId id="2147483655"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29" name="Picture 6" descr="horizon.png"/>
          <p:cNvPicPr/>
          <p:nvPr/>
        </p:nvPicPr>
        <p:blipFill>
          <a:blip r:embed="rId2"/>
          <a:stretch/>
        </p:blipFill>
        <p:spPr>
          <a:xfrm>
            <a:off x="0" y="0"/>
            <a:ext cx="9143640" cy="6857640"/>
          </a:xfrm>
          <a:prstGeom prst="rect">
            <a:avLst/>
          </a:prstGeom>
          <a:ln w="0">
            <a:noFill/>
          </a:ln>
        </p:spPr>
      </p:pic>
      <p:sp>
        <p:nvSpPr>
          <p:cNvPr id="30" name="PlaceHolder 1"/>
          <p:cNvSpPr>
            <a:spLocks noGrp="1"/>
          </p:cNvSpPr>
          <p:nvPr>
            <p:ph type="title"/>
          </p:nvPr>
        </p:nvSpPr>
        <p:spPr>
          <a:xfrm>
            <a:off x="609480" y="4962600"/>
            <a:ext cx="7884720" cy="1361880"/>
          </a:xfrm>
          <a:prstGeom prst="rect">
            <a:avLst/>
          </a:prstGeom>
          <a:noFill/>
          <a:ln w="0">
            <a:noFill/>
          </a:ln>
        </p:spPr>
        <p:txBody>
          <a:bodyPr lIns="91440" rIns="91440" tIns="45720" bIns="45720" anchor="t">
            <a:noAutofit/>
          </a:bodyPr>
          <a:p>
            <a:pPr indent="0" defTabSz="914400">
              <a:lnSpc>
                <a:spcPct val="100000"/>
              </a:lnSpc>
              <a:buNone/>
            </a:pPr>
            <a:r>
              <a:rPr b="0" lang="tr-TR" sz="3200" spc="49" strike="noStrike" cap="all">
                <a:solidFill>
                  <a:schemeClr val="dk1"/>
                </a:solidFill>
                <a:latin typeface="Arial Narrow"/>
              </a:rPr>
              <a:t>Asıl başlık stili için tıklatın</a:t>
            </a:r>
            <a:endParaRPr b="0" lang="tr-TR" sz="3200" spc="-1" strike="noStrike">
              <a:solidFill>
                <a:schemeClr val="dk1"/>
              </a:solidFill>
              <a:latin typeface="Arial Narrow"/>
            </a:endParaRPr>
          </a:p>
        </p:txBody>
      </p:sp>
      <p:sp>
        <p:nvSpPr>
          <p:cNvPr id="31" name="PlaceHolder 2"/>
          <p:cNvSpPr>
            <a:spLocks noGrp="1"/>
          </p:cNvSpPr>
          <p:nvPr>
            <p:ph type="body"/>
          </p:nvPr>
        </p:nvSpPr>
        <p:spPr>
          <a:xfrm>
            <a:off x="609480" y="3462480"/>
            <a:ext cx="7884720" cy="1499760"/>
          </a:xfrm>
          <a:prstGeom prst="rect">
            <a:avLst/>
          </a:prstGeom>
          <a:noFill/>
          <a:ln w="0">
            <a:noFill/>
          </a:ln>
        </p:spPr>
        <p:txBody>
          <a:bodyPr lIns="91440" rIns="91440" tIns="45720" bIns="45720" anchor="b">
            <a:normAutofit/>
          </a:bodyPr>
          <a:p>
            <a:pPr indent="0" defTabSz="914400">
              <a:lnSpc>
                <a:spcPct val="100000"/>
              </a:lnSpc>
              <a:spcBef>
                <a:spcPts val="340"/>
              </a:spcBef>
              <a:spcAft>
                <a:spcPts val="601"/>
              </a:spcAft>
              <a:buNone/>
              <a:tabLst>
                <a:tab algn="l" pos="0"/>
              </a:tabLst>
            </a:pPr>
            <a:r>
              <a:rPr b="0" lang="tr-TR" sz="1700" spc="29" strike="noStrike">
                <a:solidFill>
                  <a:schemeClr val="dk2"/>
                </a:solidFill>
                <a:latin typeface="Arial Narrow"/>
              </a:rPr>
              <a:t>Asıl metin stillerini düzenlemek için tıklatın</a:t>
            </a:r>
            <a:endParaRPr b="0" lang="tr-TR" sz="1700" spc="29" strike="noStrike">
              <a:solidFill>
                <a:schemeClr val="dk1"/>
              </a:solidFill>
              <a:latin typeface="Arial Narrow"/>
            </a:endParaRPr>
          </a:p>
        </p:txBody>
      </p:sp>
      <p:sp>
        <p:nvSpPr>
          <p:cNvPr id="32" name="PlaceHolder 3"/>
          <p:cNvSpPr>
            <a:spLocks noGrp="1"/>
          </p:cNvSpPr>
          <p:nvPr>
            <p:ph type="dt" idx="13"/>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33" name="PlaceHolder 4"/>
          <p:cNvSpPr>
            <a:spLocks noGrp="1"/>
          </p:cNvSpPr>
          <p:nvPr>
            <p:ph type="ftr" idx="14"/>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34" name="PlaceHolder 5"/>
          <p:cNvSpPr>
            <a:spLocks noGrp="1"/>
          </p:cNvSpPr>
          <p:nvPr>
            <p:ph type="sldNum" idx="15"/>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F8214464-7C18-49FB-B880-205A60A37062}"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35" name="Picture 6" descr="horizon.png"/>
          <p:cNvPicPr/>
          <p:nvPr/>
        </p:nvPicPr>
        <p:blipFill>
          <a:blip r:embed="rId2"/>
          <a:stretch/>
        </p:blipFill>
        <p:spPr>
          <a:xfrm>
            <a:off x="0" y="0"/>
            <a:ext cx="9143640" cy="6857640"/>
          </a:xfrm>
          <a:prstGeom prst="rect">
            <a:avLst/>
          </a:prstGeom>
          <a:ln w="0">
            <a:noFill/>
          </a:ln>
        </p:spPr>
      </p:pic>
      <p:sp>
        <p:nvSpPr>
          <p:cNvPr id="36" name="PlaceHolder 1"/>
          <p:cNvSpPr>
            <a:spLocks noGrp="1"/>
          </p:cNvSpPr>
          <p:nvPr>
            <p:ph type="body"/>
          </p:nvPr>
        </p:nvSpPr>
        <p:spPr>
          <a:xfrm>
            <a:off x="609480" y="1600200"/>
            <a:ext cx="3733560" cy="4114440"/>
          </a:xfrm>
          <a:prstGeom prst="rect">
            <a:avLst/>
          </a:prstGeom>
          <a:noFill/>
          <a:ln w="0">
            <a:noFill/>
          </a:ln>
        </p:spPr>
        <p:txBody>
          <a:bodyPr lIns="91440" rIns="91440" tIns="45720" bIns="45720" anchor="t">
            <a:noAutofit/>
          </a:bodyPr>
          <a:p>
            <a:pPr marL="343080" indent="-34308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Asıl metin stillerini düzenlemek için tıklatın</a:t>
            </a:r>
            <a:endParaRPr b="0" lang="tr-TR" sz="1700" spc="29" strike="noStrike">
              <a:solidFill>
                <a:schemeClr val="dk1"/>
              </a:solidFill>
              <a:latin typeface="Arial Narrow"/>
            </a:endParaRPr>
          </a:p>
          <a:p>
            <a:pPr lvl="1" marL="743040" indent="-28584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İkinci düzey</a:t>
            </a:r>
            <a:endParaRPr b="0" lang="tr-TR" sz="1700" spc="29" strike="noStrike">
              <a:solidFill>
                <a:schemeClr val="dk1"/>
              </a:solidFill>
              <a:latin typeface="Arial Narrow"/>
            </a:endParaRPr>
          </a:p>
          <a:p>
            <a:pPr lvl="2" marL="11430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Üçüncü düzey</a:t>
            </a:r>
            <a:endParaRPr b="0" lang="tr-TR" sz="1700" spc="29" strike="noStrike">
              <a:solidFill>
                <a:schemeClr val="dk1"/>
              </a:solidFill>
              <a:latin typeface="Arial Narrow"/>
            </a:endParaRPr>
          </a:p>
          <a:p>
            <a:pPr lvl="3" marL="16002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Dördüncü düzey</a:t>
            </a:r>
            <a:endParaRPr b="0" lang="tr-TR" sz="1700" spc="29" strike="noStrike">
              <a:solidFill>
                <a:schemeClr val="dk1"/>
              </a:solidFill>
              <a:latin typeface="Arial Narrow"/>
            </a:endParaRPr>
          </a:p>
          <a:p>
            <a:pPr lvl="4" marL="20574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Beşinci düzey</a:t>
            </a:r>
            <a:endParaRPr b="0" lang="tr-TR" sz="1700" spc="29" strike="noStrike">
              <a:solidFill>
                <a:schemeClr val="dk1"/>
              </a:solidFill>
              <a:latin typeface="Arial Narrow"/>
            </a:endParaRPr>
          </a:p>
        </p:txBody>
      </p:sp>
      <p:sp>
        <p:nvSpPr>
          <p:cNvPr id="37" name="PlaceHolder 2"/>
          <p:cNvSpPr>
            <a:spLocks noGrp="1"/>
          </p:cNvSpPr>
          <p:nvPr>
            <p:ph type="body"/>
          </p:nvPr>
        </p:nvSpPr>
        <p:spPr>
          <a:xfrm>
            <a:off x="4800600" y="1600200"/>
            <a:ext cx="3733560" cy="4114440"/>
          </a:xfrm>
          <a:prstGeom prst="rect">
            <a:avLst/>
          </a:prstGeom>
          <a:noFill/>
          <a:ln w="0">
            <a:noFill/>
          </a:ln>
        </p:spPr>
        <p:txBody>
          <a:bodyPr lIns="91440" rIns="91440" tIns="45720" bIns="45720" anchor="t">
            <a:noAutofit/>
          </a:bodyPr>
          <a:p>
            <a:pPr marL="343080" indent="-34308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Asıl metin stillerini düzenlemek için tıklatın</a:t>
            </a:r>
            <a:endParaRPr b="0" lang="tr-TR" sz="1700" spc="29" strike="noStrike">
              <a:solidFill>
                <a:schemeClr val="dk1"/>
              </a:solidFill>
              <a:latin typeface="Arial Narrow"/>
            </a:endParaRPr>
          </a:p>
          <a:p>
            <a:pPr lvl="1" marL="743040" indent="-28584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İkinci düzey</a:t>
            </a:r>
            <a:endParaRPr b="0" lang="tr-TR" sz="1700" spc="29" strike="noStrike">
              <a:solidFill>
                <a:schemeClr val="dk1"/>
              </a:solidFill>
              <a:latin typeface="Arial Narrow"/>
            </a:endParaRPr>
          </a:p>
          <a:p>
            <a:pPr lvl="2" marL="11430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Üçüncü düzey</a:t>
            </a:r>
            <a:endParaRPr b="0" lang="tr-TR" sz="1700" spc="29" strike="noStrike">
              <a:solidFill>
                <a:schemeClr val="dk1"/>
              </a:solidFill>
              <a:latin typeface="Arial Narrow"/>
            </a:endParaRPr>
          </a:p>
          <a:p>
            <a:pPr lvl="3" marL="16002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Dördüncü düzey</a:t>
            </a:r>
            <a:endParaRPr b="0" lang="tr-TR" sz="1700" spc="29" strike="noStrike">
              <a:solidFill>
                <a:schemeClr val="dk1"/>
              </a:solidFill>
              <a:latin typeface="Arial Narrow"/>
            </a:endParaRPr>
          </a:p>
          <a:p>
            <a:pPr lvl="4" marL="20574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Beşinci düzey</a:t>
            </a:r>
            <a:endParaRPr b="0" lang="tr-TR" sz="1700" spc="29" strike="noStrike">
              <a:solidFill>
                <a:schemeClr val="dk1"/>
              </a:solidFill>
              <a:latin typeface="Arial Narrow"/>
            </a:endParaRPr>
          </a:p>
        </p:txBody>
      </p:sp>
      <p:sp>
        <p:nvSpPr>
          <p:cNvPr id="38" name="PlaceHolder 3"/>
          <p:cNvSpPr>
            <a:spLocks noGrp="1"/>
          </p:cNvSpPr>
          <p:nvPr>
            <p:ph type="title"/>
          </p:nvPr>
        </p:nvSpPr>
        <p:spPr>
          <a:xfrm>
            <a:off x="609480" y="274680"/>
            <a:ext cx="7924320" cy="1142640"/>
          </a:xfrm>
          <a:prstGeom prst="rect">
            <a:avLst/>
          </a:prstGeom>
          <a:noFill/>
          <a:ln w="0">
            <a:noFill/>
          </a:ln>
        </p:spPr>
        <p:txBody>
          <a:bodyPr lIns="91440" rIns="91440" tIns="45720" bIns="45720" anchor="b">
            <a:noAutofit/>
          </a:bodyPr>
          <a:p>
            <a:pPr indent="0" defTabSz="914400">
              <a:lnSpc>
                <a:spcPct val="100000"/>
              </a:lnSpc>
              <a:buNone/>
            </a:pPr>
            <a:r>
              <a:rPr b="0" lang="tr-TR" sz="3000" spc="49" strike="noStrike" cap="all">
                <a:solidFill>
                  <a:schemeClr val="dk1"/>
                </a:solidFill>
                <a:latin typeface="Arial Narrow"/>
              </a:rPr>
              <a:t>Asıl başlık stili için tıklatın</a:t>
            </a:r>
            <a:endParaRPr b="0" lang="tr-TR" sz="3000" spc="-1" strike="noStrike">
              <a:solidFill>
                <a:schemeClr val="dk1"/>
              </a:solidFill>
              <a:latin typeface="Arial Narrow"/>
            </a:endParaRPr>
          </a:p>
        </p:txBody>
      </p:sp>
      <p:sp>
        <p:nvSpPr>
          <p:cNvPr id="39" name="PlaceHolder 4"/>
          <p:cNvSpPr>
            <a:spLocks noGrp="1"/>
          </p:cNvSpPr>
          <p:nvPr>
            <p:ph type="dt" idx="16"/>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40" name="PlaceHolder 5"/>
          <p:cNvSpPr>
            <a:spLocks noGrp="1"/>
          </p:cNvSpPr>
          <p:nvPr>
            <p:ph type="ftr" idx="17"/>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41" name="PlaceHolder 6"/>
          <p:cNvSpPr>
            <a:spLocks noGrp="1"/>
          </p:cNvSpPr>
          <p:nvPr>
            <p:ph type="sldNum" idx="18"/>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419BDE44-EE25-4A7B-B68F-E2A40780EC09}"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45" name="Picture 6" descr="horizon.png"/>
          <p:cNvPicPr/>
          <p:nvPr/>
        </p:nvPicPr>
        <p:blipFill>
          <a:blip r:embed="rId2"/>
          <a:stretch/>
        </p:blipFill>
        <p:spPr>
          <a:xfrm>
            <a:off x="0" y="0"/>
            <a:ext cx="9143640" cy="6857640"/>
          </a:xfrm>
          <a:prstGeom prst="rect">
            <a:avLst/>
          </a:prstGeom>
          <a:ln w="0">
            <a:noFill/>
          </a:ln>
        </p:spPr>
      </p:pic>
      <p:sp>
        <p:nvSpPr>
          <p:cNvPr id="46" name="PlaceHolder 1"/>
          <p:cNvSpPr>
            <a:spLocks noGrp="1"/>
          </p:cNvSpPr>
          <p:nvPr>
            <p:ph type="body"/>
          </p:nvPr>
        </p:nvSpPr>
        <p:spPr>
          <a:xfrm>
            <a:off x="4800600" y="2209680"/>
            <a:ext cx="3733560" cy="3504960"/>
          </a:xfrm>
          <a:prstGeom prst="rect">
            <a:avLst/>
          </a:prstGeom>
          <a:noFill/>
          <a:ln w="0">
            <a:noFill/>
          </a:ln>
        </p:spPr>
        <p:txBody>
          <a:bodyPr lIns="91440" rIns="91440" tIns="45720" bIns="45720" anchor="t">
            <a:noAutofit/>
          </a:bodyPr>
          <a:p>
            <a:pPr marL="343080" indent="-34308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Asıl metin stillerini düzenlemek için tıklatın</a:t>
            </a:r>
            <a:endParaRPr b="0" lang="tr-TR" sz="1700" spc="29" strike="noStrike">
              <a:solidFill>
                <a:schemeClr val="dk1"/>
              </a:solidFill>
              <a:latin typeface="Arial Narrow"/>
            </a:endParaRPr>
          </a:p>
          <a:p>
            <a:pPr lvl="1" marL="743040" indent="-28584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İkinci düzey</a:t>
            </a:r>
            <a:endParaRPr b="0" lang="tr-TR" sz="1700" spc="29" strike="noStrike">
              <a:solidFill>
                <a:schemeClr val="dk1"/>
              </a:solidFill>
              <a:latin typeface="Arial Narrow"/>
            </a:endParaRPr>
          </a:p>
          <a:p>
            <a:pPr lvl="2" marL="11430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Üçüncü düzey</a:t>
            </a:r>
            <a:endParaRPr b="0" lang="tr-TR" sz="1700" spc="29" strike="noStrike">
              <a:solidFill>
                <a:schemeClr val="dk1"/>
              </a:solidFill>
              <a:latin typeface="Arial Narrow"/>
            </a:endParaRPr>
          </a:p>
          <a:p>
            <a:pPr lvl="3" marL="16002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Dördüncü düzey</a:t>
            </a:r>
            <a:endParaRPr b="0" lang="tr-TR" sz="1700" spc="29" strike="noStrike">
              <a:solidFill>
                <a:schemeClr val="dk1"/>
              </a:solidFill>
              <a:latin typeface="Arial Narrow"/>
            </a:endParaRPr>
          </a:p>
          <a:p>
            <a:pPr lvl="4" marL="20574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Beşinci düzey</a:t>
            </a:r>
            <a:endParaRPr b="0" lang="tr-TR" sz="1700" spc="29" strike="noStrike">
              <a:solidFill>
                <a:schemeClr val="dk1"/>
              </a:solidFill>
              <a:latin typeface="Arial Narrow"/>
            </a:endParaRPr>
          </a:p>
        </p:txBody>
      </p:sp>
      <p:sp>
        <p:nvSpPr>
          <p:cNvPr id="47" name="PlaceHolder 2"/>
          <p:cNvSpPr>
            <a:spLocks noGrp="1"/>
          </p:cNvSpPr>
          <p:nvPr>
            <p:ph type="body"/>
          </p:nvPr>
        </p:nvSpPr>
        <p:spPr>
          <a:xfrm>
            <a:off x="609480" y="2209680"/>
            <a:ext cx="3733560" cy="3504960"/>
          </a:xfrm>
          <a:prstGeom prst="rect">
            <a:avLst/>
          </a:prstGeom>
          <a:noFill/>
          <a:ln w="0">
            <a:noFill/>
          </a:ln>
        </p:spPr>
        <p:txBody>
          <a:bodyPr lIns="91440" rIns="91440" tIns="45720" bIns="45720" anchor="t">
            <a:noAutofit/>
          </a:bodyPr>
          <a:p>
            <a:pPr marL="343080" indent="-34308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Asıl metin stillerini düzenlemek için tıklatın</a:t>
            </a:r>
            <a:endParaRPr b="0" lang="tr-TR" sz="1700" spc="29" strike="noStrike">
              <a:solidFill>
                <a:schemeClr val="dk1"/>
              </a:solidFill>
              <a:latin typeface="Arial Narrow"/>
            </a:endParaRPr>
          </a:p>
          <a:p>
            <a:pPr lvl="1" marL="743040" indent="-28584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İkinci düzey</a:t>
            </a:r>
            <a:endParaRPr b="0" lang="tr-TR" sz="1700" spc="29" strike="noStrike">
              <a:solidFill>
                <a:schemeClr val="dk1"/>
              </a:solidFill>
              <a:latin typeface="Arial Narrow"/>
            </a:endParaRPr>
          </a:p>
          <a:p>
            <a:pPr lvl="2" marL="11430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Üçüncü düzey</a:t>
            </a:r>
            <a:endParaRPr b="0" lang="tr-TR" sz="1700" spc="29" strike="noStrike">
              <a:solidFill>
                <a:schemeClr val="dk1"/>
              </a:solidFill>
              <a:latin typeface="Arial Narrow"/>
            </a:endParaRPr>
          </a:p>
          <a:p>
            <a:pPr lvl="3" marL="16002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Dördüncü düzey</a:t>
            </a:r>
            <a:endParaRPr b="0" lang="tr-TR" sz="1700" spc="29" strike="noStrike">
              <a:solidFill>
                <a:schemeClr val="dk1"/>
              </a:solidFill>
              <a:latin typeface="Arial Narrow"/>
            </a:endParaRPr>
          </a:p>
          <a:p>
            <a:pPr lvl="4" marL="20574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Beşinci düzey</a:t>
            </a:r>
            <a:endParaRPr b="0" lang="tr-TR" sz="1700" spc="29" strike="noStrike">
              <a:solidFill>
                <a:schemeClr val="dk1"/>
              </a:solidFill>
              <a:latin typeface="Arial Narrow"/>
            </a:endParaRPr>
          </a:p>
        </p:txBody>
      </p:sp>
      <p:sp>
        <p:nvSpPr>
          <p:cNvPr id="48" name="PlaceHolder 3"/>
          <p:cNvSpPr>
            <a:spLocks noGrp="1"/>
          </p:cNvSpPr>
          <p:nvPr>
            <p:ph type="title"/>
          </p:nvPr>
        </p:nvSpPr>
        <p:spPr>
          <a:xfrm>
            <a:off x="609480" y="274680"/>
            <a:ext cx="7924320" cy="1142640"/>
          </a:xfrm>
          <a:prstGeom prst="rect">
            <a:avLst/>
          </a:prstGeom>
          <a:noFill/>
          <a:ln w="0">
            <a:noFill/>
          </a:ln>
        </p:spPr>
        <p:txBody>
          <a:bodyPr lIns="91440" rIns="91440" tIns="45720" bIns="45720" anchor="b">
            <a:noAutofit/>
          </a:bodyPr>
          <a:p>
            <a:pPr indent="0" defTabSz="914400">
              <a:lnSpc>
                <a:spcPct val="100000"/>
              </a:lnSpc>
              <a:buNone/>
            </a:pPr>
            <a:r>
              <a:rPr b="0" lang="tr-TR" sz="3000" spc="49" strike="noStrike" cap="all">
                <a:solidFill>
                  <a:schemeClr val="dk1"/>
                </a:solidFill>
                <a:latin typeface="Arial Narrow"/>
              </a:rPr>
              <a:t>Asıl başlık stili için tıklatın</a:t>
            </a:r>
            <a:endParaRPr b="0" lang="tr-TR" sz="3000" spc="-1" strike="noStrike">
              <a:solidFill>
                <a:schemeClr val="dk1"/>
              </a:solidFill>
              <a:latin typeface="Arial Narrow"/>
            </a:endParaRPr>
          </a:p>
        </p:txBody>
      </p:sp>
      <p:sp>
        <p:nvSpPr>
          <p:cNvPr id="49" name="PlaceHolder 4"/>
          <p:cNvSpPr>
            <a:spLocks noGrp="1"/>
          </p:cNvSpPr>
          <p:nvPr>
            <p:ph type="body"/>
          </p:nvPr>
        </p:nvSpPr>
        <p:spPr>
          <a:xfrm>
            <a:off x="609480" y="1600200"/>
            <a:ext cx="3733560" cy="574200"/>
          </a:xfrm>
          <a:prstGeom prst="rect">
            <a:avLst/>
          </a:prstGeom>
          <a:noFill/>
          <a:ln w="0">
            <a:noFill/>
          </a:ln>
        </p:spPr>
        <p:txBody>
          <a:bodyPr lIns="91440" rIns="91440" tIns="45720" bIns="45720" anchor="b">
            <a:normAutofit/>
          </a:bodyPr>
          <a:p>
            <a:pPr indent="0" defTabSz="914400">
              <a:lnSpc>
                <a:spcPct val="100000"/>
              </a:lnSpc>
              <a:spcBef>
                <a:spcPts val="340"/>
              </a:spcBef>
              <a:spcAft>
                <a:spcPts val="601"/>
              </a:spcAft>
              <a:buNone/>
              <a:tabLst>
                <a:tab algn="l" pos="0"/>
              </a:tabLst>
            </a:pPr>
            <a:r>
              <a:rPr b="0" lang="tr-TR" sz="1700" spc="29" strike="noStrike">
                <a:solidFill>
                  <a:schemeClr val="dk2"/>
                </a:solidFill>
                <a:latin typeface="Arial Narrow"/>
              </a:rPr>
              <a:t>Asıl metin stillerini düzenlemek için tıklatın</a:t>
            </a:r>
            <a:endParaRPr b="0" lang="tr-TR" sz="1700" spc="29" strike="noStrike">
              <a:solidFill>
                <a:schemeClr val="dk1"/>
              </a:solidFill>
              <a:latin typeface="Arial Narrow"/>
            </a:endParaRPr>
          </a:p>
        </p:txBody>
      </p:sp>
      <p:sp>
        <p:nvSpPr>
          <p:cNvPr id="50" name="PlaceHolder 5"/>
          <p:cNvSpPr>
            <a:spLocks noGrp="1"/>
          </p:cNvSpPr>
          <p:nvPr>
            <p:ph type="body"/>
          </p:nvPr>
        </p:nvSpPr>
        <p:spPr>
          <a:xfrm>
            <a:off x="4800600" y="1600200"/>
            <a:ext cx="3733560" cy="574200"/>
          </a:xfrm>
          <a:prstGeom prst="rect">
            <a:avLst/>
          </a:prstGeom>
          <a:noFill/>
          <a:ln w="0">
            <a:noFill/>
          </a:ln>
        </p:spPr>
        <p:txBody>
          <a:bodyPr lIns="91440" rIns="91440" tIns="45720" bIns="45720" anchor="b">
            <a:normAutofit/>
          </a:bodyPr>
          <a:p>
            <a:pPr indent="0" defTabSz="914400">
              <a:lnSpc>
                <a:spcPct val="100000"/>
              </a:lnSpc>
              <a:spcBef>
                <a:spcPts val="340"/>
              </a:spcBef>
              <a:spcAft>
                <a:spcPts val="601"/>
              </a:spcAft>
              <a:buNone/>
              <a:tabLst>
                <a:tab algn="l" pos="0"/>
              </a:tabLst>
            </a:pPr>
            <a:r>
              <a:rPr b="0" lang="tr-TR" sz="1700" spc="29" strike="noStrike">
                <a:solidFill>
                  <a:schemeClr val="dk2"/>
                </a:solidFill>
                <a:latin typeface="Arial Narrow"/>
              </a:rPr>
              <a:t>Asıl metin stillerini düzenlemek için tıklatın</a:t>
            </a:r>
            <a:endParaRPr b="0" lang="tr-TR" sz="1700" spc="29" strike="noStrike">
              <a:solidFill>
                <a:schemeClr val="dk1"/>
              </a:solidFill>
              <a:latin typeface="Arial Narrow"/>
            </a:endParaRPr>
          </a:p>
        </p:txBody>
      </p:sp>
      <p:sp>
        <p:nvSpPr>
          <p:cNvPr id="51" name="PlaceHolder 6"/>
          <p:cNvSpPr>
            <a:spLocks noGrp="1"/>
          </p:cNvSpPr>
          <p:nvPr>
            <p:ph type="dt" idx="19"/>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52" name="PlaceHolder 7"/>
          <p:cNvSpPr>
            <a:spLocks noGrp="1"/>
          </p:cNvSpPr>
          <p:nvPr>
            <p:ph type="ftr" idx="20"/>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53" name="PlaceHolder 8"/>
          <p:cNvSpPr>
            <a:spLocks noGrp="1"/>
          </p:cNvSpPr>
          <p:nvPr>
            <p:ph type="sldNum" idx="21"/>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69249DEB-BF14-42E2-AD1F-E86260805781}"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54" name="Picture 6" descr="horizon.png"/>
          <p:cNvPicPr/>
          <p:nvPr/>
        </p:nvPicPr>
        <p:blipFill>
          <a:blip r:embed="rId2"/>
          <a:stretch/>
        </p:blipFill>
        <p:spPr>
          <a:xfrm>
            <a:off x="0" y="0"/>
            <a:ext cx="9143640" cy="6857640"/>
          </a:xfrm>
          <a:prstGeom prst="rect">
            <a:avLst/>
          </a:prstGeom>
          <a:ln w="0">
            <a:noFill/>
          </a:ln>
        </p:spPr>
      </p:pic>
      <p:sp>
        <p:nvSpPr>
          <p:cNvPr id="55" name="PlaceHolder 1"/>
          <p:cNvSpPr>
            <a:spLocks noGrp="1"/>
          </p:cNvSpPr>
          <p:nvPr>
            <p:ph type="title"/>
          </p:nvPr>
        </p:nvSpPr>
        <p:spPr>
          <a:xfrm>
            <a:off x="609480" y="274680"/>
            <a:ext cx="7924320" cy="1142640"/>
          </a:xfrm>
          <a:prstGeom prst="rect">
            <a:avLst/>
          </a:prstGeom>
          <a:noFill/>
          <a:ln w="0">
            <a:noFill/>
          </a:ln>
        </p:spPr>
        <p:txBody>
          <a:bodyPr lIns="91440" rIns="91440" tIns="45720" bIns="45720" anchor="b">
            <a:noAutofit/>
          </a:bodyPr>
          <a:p>
            <a:pPr indent="0" defTabSz="914400">
              <a:lnSpc>
                <a:spcPct val="100000"/>
              </a:lnSpc>
              <a:buNone/>
            </a:pPr>
            <a:r>
              <a:rPr b="0" lang="tr-TR" sz="3000" spc="49" strike="noStrike" cap="all">
                <a:solidFill>
                  <a:schemeClr val="dk1"/>
                </a:solidFill>
                <a:latin typeface="Arial Narrow"/>
              </a:rPr>
              <a:t>Asıl başlık stili için tıklatın</a:t>
            </a:r>
            <a:endParaRPr b="0" lang="tr-TR" sz="3000" spc="-1" strike="noStrike">
              <a:solidFill>
                <a:schemeClr val="dk1"/>
              </a:solidFill>
              <a:latin typeface="Arial Narrow"/>
            </a:endParaRPr>
          </a:p>
        </p:txBody>
      </p:sp>
      <p:sp>
        <p:nvSpPr>
          <p:cNvPr id="56" name="PlaceHolder 2"/>
          <p:cNvSpPr>
            <a:spLocks noGrp="1"/>
          </p:cNvSpPr>
          <p:nvPr>
            <p:ph type="dt" idx="22"/>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57" name="PlaceHolder 3"/>
          <p:cNvSpPr>
            <a:spLocks noGrp="1"/>
          </p:cNvSpPr>
          <p:nvPr>
            <p:ph type="ftr" idx="23"/>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58" name="PlaceHolder 4"/>
          <p:cNvSpPr>
            <a:spLocks noGrp="1"/>
          </p:cNvSpPr>
          <p:nvPr>
            <p:ph type="sldNum" idx="24"/>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92FBA5DA-456B-4435-BD9C-C3A103B76412}"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60" name="Picture 6" descr="horizon.png"/>
          <p:cNvPicPr/>
          <p:nvPr/>
        </p:nvPicPr>
        <p:blipFill>
          <a:blip r:embed="rId2"/>
          <a:stretch/>
        </p:blipFill>
        <p:spPr>
          <a:xfrm>
            <a:off x="0" y="0"/>
            <a:ext cx="9143640" cy="6857640"/>
          </a:xfrm>
          <a:prstGeom prst="rect">
            <a:avLst/>
          </a:prstGeom>
          <a:ln w="0">
            <a:noFill/>
          </a:ln>
        </p:spPr>
      </p:pic>
      <p:sp>
        <p:nvSpPr>
          <p:cNvPr id="61" name="PlaceHolder 1"/>
          <p:cNvSpPr>
            <a:spLocks noGrp="1"/>
          </p:cNvSpPr>
          <p:nvPr>
            <p:ph type="dt" idx="25"/>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62" name="PlaceHolder 2"/>
          <p:cNvSpPr>
            <a:spLocks noGrp="1"/>
          </p:cNvSpPr>
          <p:nvPr>
            <p:ph type="ftr" idx="26"/>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63" name="PlaceHolder 3"/>
          <p:cNvSpPr>
            <a:spLocks noGrp="1"/>
          </p:cNvSpPr>
          <p:nvPr>
            <p:ph type="sldNum" idx="27"/>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4A778046-6779-47B4-9F0B-352C53139CF6}"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64" name="Picture 6" descr="horizon.png"/>
          <p:cNvPicPr/>
          <p:nvPr/>
        </p:nvPicPr>
        <p:blipFill>
          <a:blip r:embed="rId2"/>
          <a:stretch/>
        </p:blipFill>
        <p:spPr>
          <a:xfrm>
            <a:off x="0" y="0"/>
            <a:ext cx="9143640" cy="6857640"/>
          </a:xfrm>
          <a:prstGeom prst="rect">
            <a:avLst/>
          </a:prstGeom>
          <a:ln w="0">
            <a:noFill/>
          </a:ln>
        </p:spPr>
      </p:pic>
      <p:sp>
        <p:nvSpPr>
          <p:cNvPr id="65" name="PlaceHolder 1"/>
          <p:cNvSpPr>
            <a:spLocks noGrp="1"/>
          </p:cNvSpPr>
          <p:nvPr>
            <p:ph type="body"/>
          </p:nvPr>
        </p:nvSpPr>
        <p:spPr>
          <a:xfrm>
            <a:off x="3962520" y="1447920"/>
            <a:ext cx="4647960" cy="4266720"/>
          </a:xfrm>
          <a:prstGeom prst="rect">
            <a:avLst/>
          </a:prstGeom>
          <a:noFill/>
          <a:ln w="0">
            <a:noFill/>
          </a:ln>
        </p:spPr>
        <p:txBody>
          <a:bodyPr lIns="91440" rIns="91440" tIns="45720" bIns="45720" anchor="t">
            <a:noAutofit/>
          </a:bodyPr>
          <a:p>
            <a:pPr marL="343080" indent="-34308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Asıl metin stillerini düzenlemek için tıklatın</a:t>
            </a:r>
            <a:endParaRPr b="0" lang="tr-TR" sz="1700" spc="29" strike="noStrike">
              <a:solidFill>
                <a:schemeClr val="dk1"/>
              </a:solidFill>
              <a:latin typeface="Arial Narrow"/>
            </a:endParaRPr>
          </a:p>
          <a:p>
            <a:pPr lvl="1" marL="743040" indent="-28584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İkinci düzey</a:t>
            </a:r>
            <a:endParaRPr b="0" lang="tr-TR" sz="1700" spc="29" strike="noStrike">
              <a:solidFill>
                <a:schemeClr val="dk1"/>
              </a:solidFill>
              <a:latin typeface="Arial Narrow"/>
            </a:endParaRPr>
          </a:p>
          <a:p>
            <a:pPr lvl="2" marL="11430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Üçüncü düzey</a:t>
            </a:r>
            <a:endParaRPr b="0" lang="tr-TR" sz="1700" spc="29" strike="noStrike">
              <a:solidFill>
                <a:schemeClr val="dk1"/>
              </a:solidFill>
              <a:latin typeface="Arial Narrow"/>
            </a:endParaRPr>
          </a:p>
          <a:p>
            <a:pPr lvl="3" marL="16002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Dördüncü düzey</a:t>
            </a:r>
            <a:endParaRPr b="0" lang="tr-TR" sz="1700" spc="29" strike="noStrike">
              <a:solidFill>
                <a:schemeClr val="dk1"/>
              </a:solidFill>
              <a:latin typeface="Arial Narrow"/>
            </a:endParaRPr>
          </a:p>
          <a:p>
            <a:pPr lvl="4" marL="2057400" indent="-228600" defTabSz="914400">
              <a:lnSpc>
                <a:spcPct val="100000"/>
              </a:lnSpc>
              <a:spcBef>
                <a:spcPts val="340"/>
              </a:spcBef>
              <a:spcAft>
                <a:spcPts val="601"/>
              </a:spcAft>
              <a:buClr>
                <a:srgbClr val="dc9e1f"/>
              </a:buClr>
              <a:buFont typeface="Arial"/>
              <a:buChar char="•"/>
            </a:pPr>
            <a:r>
              <a:rPr b="0" lang="tr-TR" sz="1700" spc="29" strike="noStrike">
                <a:solidFill>
                  <a:schemeClr val="dk1"/>
                </a:solidFill>
                <a:latin typeface="Arial Narrow"/>
              </a:rPr>
              <a:t>Beşinci düzey</a:t>
            </a:r>
            <a:endParaRPr b="0" lang="tr-TR" sz="1700" spc="29" strike="noStrike">
              <a:solidFill>
                <a:schemeClr val="dk1"/>
              </a:solidFill>
              <a:latin typeface="Arial Narrow"/>
            </a:endParaRPr>
          </a:p>
        </p:txBody>
      </p:sp>
      <p:sp>
        <p:nvSpPr>
          <p:cNvPr id="66" name="PlaceHolder 2"/>
          <p:cNvSpPr>
            <a:spLocks noGrp="1"/>
          </p:cNvSpPr>
          <p:nvPr>
            <p:ph type="title"/>
          </p:nvPr>
        </p:nvSpPr>
        <p:spPr>
          <a:xfrm>
            <a:off x="612720" y="1447920"/>
            <a:ext cx="2971440" cy="1096920"/>
          </a:xfrm>
          <a:prstGeom prst="rect">
            <a:avLst/>
          </a:prstGeom>
          <a:noFill/>
          <a:ln w="0">
            <a:noFill/>
          </a:ln>
        </p:spPr>
        <p:txBody>
          <a:bodyPr lIns="91440" rIns="91440" tIns="45720" bIns="45720" anchor="b">
            <a:noAutofit/>
          </a:bodyPr>
          <a:p>
            <a:pPr indent="0" defTabSz="914400">
              <a:lnSpc>
                <a:spcPct val="100000"/>
              </a:lnSpc>
              <a:buNone/>
            </a:pPr>
            <a:r>
              <a:rPr b="0" lang="tr-TR" sz="1800" spc="49" strike="noStrike">
                <a:solidFill>
                  <a:schemeClr val="dk2"/>
                </a:solidFill>
                <a:latin typeface="Arial Narrow"/>
              </a:rPr>
              <a:t>Asıl başlık stili için tıklatın</a:t>
            </a:r>
            <a:endParaRPr b="0" lang="tr-TR" sz="1800" spc="-1" strike="noStrike">
              <a:solidFill>
                <a:schemeClr val="dk1"/>
              </a:solidFill>
              <a:latin typeface="Arial Narrow"/>
            </a:endParaRPr>
          </a:p>
        </p:txBody>
      </p:sp>
      <p:sp>
        <p:nvSpPr>
          <p:cNvPr id="67" name="PlaceHolder 3"/>
          <p:cNvSpPr>
            <a:spLocks noGrp="1"/>
          </p:cNvSpPr>
          <p:nvPr>
            <p:ph type="body"/>
          </p:nvPr>
        </p:nvSpPr>
        <p:spPr>
          <a:xfrm>
            <a:off x="612720" y="2547720"/>
            <a:ext cx="2971440" cy="3166920"/>
          </a:xfrm>
          <a:prstGeom prst="rect">
            <a:avLst/>
          </a:prstGeom>
          <a:noFill/>
          <a:ln w="0">
            <a:noFill/>
          </a:ln>
        </p:spPr>
        <p:txBody>
          <a:bodyPr lIns="91440" rIns="91440" tIns="9000" bIns="45720" anchor="t">
            <a:normAutofit/>
          </a:bodyPr>
          <a:p>
            <a:pPr indent="0" defTabSz="914400">
              <a:lnSpc>
                <a:spcPct val="100000"/>
              </a:lnSpc>
              <a:spcBef>
                <a:spcPts val="281"/>
              </a:spcBef>
              <a:spcAft>
                <a:spcPts val="601"/>
              </a:spcAft>
              <a:buNone/>
              <a:tabLst>
                <a:tab algn="l" pos="0"/>
              </a:tabLst>
            </a:pPr>
            <a:r>
              <a:rPr b="0" lang="tr-TR" sz="1400" spc="29" strike="noStrike">
                <a:solidFill>
                  <a:schemeClr val="dk1"/>
                </a:solidFill>
                <a:latin typeface="Arial Narrow"/>
              </a:rPr>
              <a:t>Asıl metin stillerini düzenlemek için tıklatın</a:t>
            </a:r>
            <a:endParaRPr b="0" lang="tr-TR" sz="1400" spc="29" strike="noStrike">
              <a:solidFill>
                <a:schemeClr val="dk1"/>
              </a:solidFill>
              <a:latin typeface="Arial Narrow"/>
            </a:endParaRPr>
          </a:p>
        </p:txBody>
      </p:sp>
      <p:sp>
        <p:nvSpPr>
          <p:cNvPr id="68" name="PlaceHolder 4"/>
          <p:cNvSpPr>
            <a:spLocks noGrp="1"/>
          </p:cNvSpPr>
          <p:nvPr>
            <p:ph type="dt" idx="28"/>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69" name="PlaceHolder 5"/>
          <p:cNvSpPr>
            <a:spLocks noGrp="1"/>
          </p:cNvSpPr>
          <p:nvPr>
            <p:ph type="ftr" idx="29"/>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70" name="PlaceHolder 6"/>
          <p:cNvSpPr>
            <a:spLocks noGrp="1"/>
          </p:cNvSpPr>
          <p:nvPr>
            <p:ph type="sldNum" idx="30"/>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64F5261B-8BC2-4426-871C-53EC3DB3CF18}"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e3e3e"/>
            </a:gs>
            <a:gs pos="31000">
              <a:srgbClr val="000000"/>
            </a:gs>
            <a:gs pos="100000">
              <a:srgbClr val="000000"/>
            </a:gs>
          </a:gsLst>
          <a:lin ang="5400000"/>
        </a:gradFill>
      </p:bgPr>
    </p:bg>
    <p:spTree>
      <p:nvGrpSpPr>
        <p:cNvPr id="1" name=""/>
        <p:cNvGrpSpPr/>
        <p:nvPr/>
      </p:nvGrpSpPr>
      <p:grpSpPr>
        <a:xfrm>
          <a:off x="0" y="0"/>
          <a:ext cx="0" cy="0"/>
          <a:chOff x="0" y="0"/>
          <a:chExt cx="0" cy="0"/>
        </a:xfrm>
      </p:grpSpPr>
      <p:pic>
        <p:nvPicPr>
          <p:cNvPr id="71" name="Picture 6" descr="horizon.png"/>
          <p:cNvPicPr/>
          <p:nvPr/>
        </p:nvPicPr>
        <p:blipFill>
          <a:blip r:embed="rId2"/>
          <a:stretch/>
        </p:blipFill>
        <p:spPr>
          <a:xfrm>
            <a:off x="0" y="0"/>
            <a:ext cx="9143640" cy="6857640"/>
          </a:xfrm>
          <a:prstGeom prst="rect">
            <a:avLst/>
          </a:prstGeom>
          <a:ln w="0">
            <a:noFill/>
          </a:ln>
        </p:spPr>
      </p:pic>
      <p:pic>
        <p:nvPicPr>
          <p:cNvPr id="72" name="Picture 10" descr="horizon.png"/>
          <p:cNvPicPr/>
          <p:nvPr/>
        </p:nvPicPr>
        <p:blipFill>
          <a:blip r:embed="rId3"/>
          <a:stretch/>
        </p:blipFill>
        <p:spPr>
          <a:xfrm>
            <a:off x="0" y="0"/>
            <a:ext cx="9143640" cy="6857640"/>
          </a:xfrm>
          <a:prstGeom prst="rect">
            <a:avLst/>
          </a:prstGeom>
          <a:ln w="0">
            <a:noFill/>
          </a:ln>
        </p:spPr>
      </p:pic>
      <p:sp>
        <p:nvSpPr>
          <p:cNvPr id="73" name="PlaceHolder 1"/>
          <p:cNvSpPr>
            <a:spLocks noGrp="1"/>
          </p:cNvSpPr>
          <p:nvPr>
            <p:ph type="title"/>
          </p:nvPr>
        </p:nvSpPr>
        <p:spPr>
          <a:xfrm>
            <a:off x="609480" y="1447920"/>
            <a:ext cx="2971440" cy="1096920"/>
          </a:xfrm>
          <a:prstGeom prst="rect">
            <a:avLst/>
          </a:prstGeom>
          <a:noFill/>
          <a:ln w="0">
            <a:noFill/>
          </a:ln>
        </p:spPr>
        <p:txBody>
          <a:bodyPr lIns="91440" rIns="91440" tIns="45720" bIns="45720" anchor="b">
            <a:noAutofit/>
          </a:bodyPr>
          <a:p>
            <a:pPr indent="0" defTabSz="914400">
              <a:lnSpc>
                <a:spcPct val="100000"/>
              </a:lnSpc>
              <a:buNone/>
            </a:pPr>
            <a:r>
              <a:rPr b="0" lang="tr-TR" sz="1800" spc="49" strike="noStrike">
                <a:solidFill>
                  <a:schemeClr val="dk2"/>
                </a:solidFill>
                <a:latin typeface="Arial Narrow"/>
              </a:rPr>
              <a:t>Asıl başlık stili için tıklatın</a:t>
            </a:r>
            <a:endParaRPr b="0" lang="tr-TR" sz="1800" spc="-1" strike="noStrike">
              <a:solidFill>
                <a:schemeClr val="dk1"/>
              </a:solidFill>
              <a:latin typeface="Arial Narrow"/>
            </a:endParaRPr>
          </a:p>
        </p:txBody>
      </p:sp>
      <p:sp>
        <p:nvSpPr>
          <p:cNvPr id="74" name="PlaceHolder 2"/>
          <p:cNvSpPr>
            <a:spLocks noGrp="1"/>
          </p:cNvSpPr>
          <p:nvPr>
            <p:ph type="body"/>
          </p:nvPr>
        </p:nvSpPr>
        <p:spPr>
          <a:xfrm>
            <a:off x="4657320" y="1447920"/>
            <a:ext cx="3419640" cy="3474360"/>
          </a:xfrm>
          <a:prstGeom prst="rect">
            <a:avLst/>
          </a:prstGeom>
          <a:noFill/>
          <a:ln w="0">
            <a:noFill/>
          </a:ln>
        </p:spPr>
        <p:txBody>
          <a:bodyPr lIns="90000" rIns="90000" tIns="45000" bIns="45000" anchor="t">
            <a:normAutofit/>
          </a:bodyPr>
          <a:p>
            <a:pPr indent="0" algn="ctr" defTabSz="914400">
              <a:lnSpc>
                <a:spcPct val="100000"/>
              </a:lnSpc>
              <a:buNone/>
              <a:tabLst>
                <a:tab algn="l" pos="0"/>
              </a:tabLst>
            </a:pPr>
            <a:r>
              <a:rPr b="0" lang="tr-TR" sz="2000" spc="-1" strike="noStrike">
                <a:solidFill>
                  <a:schemeClr val="dk1">
                    <a:lumMod val="65000"/>
                  </a:schemeClr>
                </a:solidFill>
                <a:latin typeface="Arial Narrow"/>
              </a:rPr>
              <a:t>Resim eklemek için simgeyi tıklatın</a:t>
            </a:r>
            <a:endParaRPr b="0" lang="tr-TR" sz="2000" spc="29" strike="noStrike">
              <a:solidFill>
                <a:schemeClr val="dk1"/>
              </a:solidFill>
              <a:latin typeface="Arial Narrow"/>
            </a:endParaRPr>
          </a:p>
        </p:txBody>
      </p:sp>
      <p:sp>
        <p:nvSpPr>
          <p:cNvPr id="75" name="PlaceHolder 3"/>
          <p:cNvSpPr>
            <a:spLocks noGrp="1"/>
          </p:cNvSpPr>
          <p:nvPr>
            <p:ph type="body"/>
          </p:nvPr>
        </p:nvSpPr>
        <p:spPr>
          <a:xfrm>
            <a:off x="609480" y="2547720"/>
            <a:ext cx="2971440" cy="2404800"/>
          </a:xfrm>
          <a:prstGeom prst="rect">
            <a:avLst/>
          </a:prstGeom>
          <a:noFill/>
          <a:ln w="0">
            <a:noFill/>
          </a:ln>
        </p:spPr>
        <p:txBody>
          <a:bodyPr lIns="91440" rIns="91440" tIns="9000" bIns="45720" anchor="t">
            <a:normAutofit/>
          </a:bodyPr>
          <a:p>
            <a:pPr indent="0" defTabSz="914400">
              <a:lnSpc>
                <a:spcPct val="100000"/>
              </a:lnSpc>
              <a:spcBef>
                <a:spcPts val="281"/>
              </a:spcBef>
              <a:spcAft>
                <a:spcPts val="601"/>
              </a:spcAft>
              <a:buNone/>
              <a:tabLst>
                <a:tab algn="l" pos="0"/>
              </a:tabLst>
            </a:pPr>
            <a:r>
              <a:rPr b="0" lang="tr-TR" sz="1400" spc="29" strike="noStrike">
                <a:solidFill>
                  <a:schemeClr val="dk1"/>
                </a:solidFill>
                <a:latin typeface="Arial Narrow"/>
              </a:rPr>
              <a:t>Asıl metin stillerini düzenlemek için tıklatın</a:t>
            </a:r>
            <a:endParaRPr b="0" lang="tr-TR" sz="1400" spc="29" strike="noStrike">
              <a:solidFill>
                <a:schemeClr val="dk1"/>
              </a:solidFill>
              <a:latin typeface="Arial Narrow"/>
            </a:endParaRPr>
          </a:p>
        </p:txBody>
      </p:sp>
      <p:sp>
        <p:nvSpPr>
          <p:cNvPr id="76" name="PlaceHolder 4"/>
          <p:cNvSpPr>
            <a:spLocks noGrp="1"/>
          </p:cNvSpPr>
          <p:nvPr>
            <p:ph type="dt" idx="31"/>
          </p:nvPr>
        </p:nvSpPr>
        <p:spPr>
          <a:xfrm>
            <a:off x="5715000" y="6356520"/>
            <a:ext cx="152352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000" spc="58" strike="noStrike">
                <a:solidFill>
                  <a:schemeClr val="dk1"/>
                </a:solidFill>
                <a:latin typeface="Arial Narrow"/>
              </a:defRPr>
            </a:lvl1pPr>
          </a:lstStyle>
          <a:p>
            <a:pPr indent="0" algn="r" defTabSz="914400">
              <a:lnSpc>
                <a:spcPct val="100000"/>
              </a:lnSpc>
              <a:buNone/>
            </a:pPr>
            <a:r>
              <a:rPr b="0" lang="tr-TR" sz="1000" spc="58" strike="noStrike">
                <a:solidFill>
                  <a:schemeClr val="dk1"/>
                </a:solidFill>
                <a:latin typeface="Arial Narrow"/>
              </a:rPr>
              <a:t>&lt;date/time&gt;</a:t>
            </a:r>
            <a:endParaRPr b="0" lang="en-US" sz="1000" spc="-1" strike="noStrike">
              <a:solidFill>
                <a:srgbClr val="ffffff"/>
              </a:solidFill>
              <a:latin typeface="Times New Roman"/>
            </a:endParaRPr>
          </a:p>
        </p:txBody>
      </p:sp>
      <p:sp>
        <p:nvSpPr>
          <p:cNvPr id="77" name="PlaceHolder 5"/>
          <p:cNvSpPr>
            <a:spLocks noGrp="1"/>
          </p:cNvSpPr>
          <p:nvPr>
            <p:ph type="ftr" idx="32"/>
          </p:nvPr>
        </p:nvSpPr>
        <p:spPr>
          <a:xfrm>
            <a:off x="6094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78" name="PlaceHolder 6"/>
          <p:cNvSpPr>
            <a:spLocks noGrp="1"/>
          </p:cNvSpPr>
          <p:nvPr>
            <p:ph type="sldNum" idx="33"/>
          </p:nvPr>
        </p:nvSpPr>
        <p:spPr>
          <a:xfrm>
            <a:off x="7543800" y="6356520"/>
            <a:ext cx="990360" cy="364680"/>
          </a:xfrm>
          <a:prstGeom prst="rect">
            <a:avLst/>
          </a:prstGeom>
          <a:noFill/>
          <a:ln w="0">
            <a:noFill/>
          </a:ln>
        </p:spPr>
        <p:txBody>
          <a:bodyPr lIns="91440" rIns="91440" tIns="45720" bIns="45720" anchor="ctr">
            <a:noAutofit/>
          </a:bodyPr>
          <a:lstStyle>
            <a:lvl1pPr indent="0" algn="r" defTabSz="914400">
              <a:lnSpc>
                <a:spcPct val="100000"/>
              </a:lnSpc>
              <a:buNone/>
              <a:defRPr b="0" lang="tr-TR" sz="1100" spc="-1" strike="noStrike">
                <a:solidFill>
                  <a:schemeClr val="dk1"/>
                </a:solidFill>
                <a:latin typeface="Arial Narrow"/>
              </a:defRPr>
            </a:lvl1pPr>
          </a:lstStyle>
          <a:p>
            <a:pPr indent="0" algn="r" defTabSz="914400">
              <a:lnSpc>
                <a:spcPct val="100000"/>
              </a:lnSpc>
              <a:buNone/>
            </a:pPr>
            <a:fld id="{7D67B35B-481E-4448-B6B3-E9E1E86A5557}" type="slidenum">
              <a:rPr b="0" lang="tr-TR" sz="1100" spc="-1" strike="noStrike">
                <a:solidFill>
                  <a:schemeClr val="dk1"/>
                </a:solidFill>
                <a:latin typeface="Arial Narrow"/>
              </a:rPr>
              <a:t>&lt;number&gt;</a:t>
            </a:fld>
            <a:endParaRPr b="0" lang="en-US" sz="1100" spc="-1" strike="noStrike">
              <a:solidFill>
                <a:srgbClr val="ffffff"/>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hyperlink" Target="http://www.anthropic.com/glasswing" TargetMode="External"/><Relationship Id="rId2" Type="http://schemas.openxmlformats.org/officeDocument/2006/relationships/hyperlink" Target="https://www-cdn.anthropic.com/8b8380204f74670be75e81c820ca8dda846ab289.pdf" TargetMode="External"/><Relationship Id="rId3" Type="http://schemas.openxmlformats.org/officeDocument/2006/relationships/hyperlink" Target="https://www-cdn.anthropic.com/3edfc1a7f947aa81841cf88305cb513f184c36ae.pdf" TargetMode="External"/><Relationship Id="rId4" Type="http://schemas.openxmlformats.org/officeDocument/2006/relationships/hyperlink" Target="https://youtu.be/RDUGbxslOcM?si=wzFNFIXYvzMPGong" TargetMode="External"/><Relationship Id="rId5" Type="http://schemas.openxmlformats.org/officeDocument/2006/relationships/hyperlink" Target="https://youtu.be/RDUGbxslOcM?si=wzFNFIXYvzMPGong" TargetMode="External"/><Relationship Id="rId6" Type="http://schemas.openxmlformats.org/officeDocument/2006/relationships/hyperlink" Target="https://youtu.be/RDUGbxslOcM?si=wzFNFIXYvzMPGong" TargetMode="External"/><Relationship Id="rId7" Type="http://schemas.openxmlformats.org/officeDocument/2006/relationships/hyperlink" Target="https://youtu.be/RDUGbxslOcM?si=wzFNFIXYvzMPGong" TargetMode="External"/><Relationship Id="rId8" Type="http://schemas.openxmlformats.org/officeDocument/2006/relationships/hyperlink" Target="https://youtu.be/V6pgZKVcKpw?si=DtkVIolgQsL0RjRf" TargetMode="External"/><Relationship Id="rId9" Type="http://schemas.openxmlformats.org/officeDocument/2006/relationships/hyperlink" Target="https://youtu.be/t24iowTP1bI?si=pxUEIcUDIIyPk2FF" TargetMode="External"/><Relationship Id="rId10" Type="http://schemas.openxmlformats.org/officeDocument/2006/relationships/hyperlink" Target="mailto:medium.com/@sebuzdugan/gpt-2-vs-modern-llms-what-too-dangerous-looked-like-in-2019-ffa313366607" TargetMode="External"/><Relationship Id="rId11" Type="http://schemas.openxmlformats.org/officeDocument/2006/relationships/hyperlink" Target="mailto:medium.com/@sebuzdugan/gpt-2-vs-modern-llms-what-too-dangerous-looked-like-in-2019-ffa313366607" TargetMode="External"/><Relationship Id="rId12" Type="http://schemas.openxmlformats.org/officeDocument/2006/relationships/hyperlink" Target="mailto:medium.com/@sebuzdugan/gpt-2-vs-modern-llms-what-too-dangerous-looked-like-in-2019-ffa313366607" TargetMode="External"/><Relationship Id="rId13" Type="http://schemas.openxmlformats.org/officeDocument/2006/relationships/hyperlink" Target="http://www.bbc.com/news/articles/crk1py1jgzko" TargetMode="External"/><Relationship Id="rId14" Type="http://schemas.openxmlformats.org/officeDocument/2006/relationships/hyperlink" Target="http://www.researchgate.net/publication/404019837_From_GPT-2_to_Claude_Mythos_How_Too_Dangerous_to_Release_Narratives_Shape_Perceptions_of_Frontier_AI" TargetMode="External"/><Relationship Id="rId15"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Metin kutusu 4"/>
          <p:cNvSpPr/>
          <p:nvPr/>
        </p:nvSpPr>
        <p:spPr>
          <a:xfrm>
            <a:off x="0" y="3720960"/>
            <a:ext cx="9143640" cy="4554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400" spc="-1" strike="noStrike">
                <a:solidFill>
                  <a:schemeClr val="dk1"/>
                </a:solidFill>
                <a:latin typeface="Times New Roman"/>
              </a:rPr>
              <a:t>Laboratory work of </a:t>
            </a:r>
            <a:r>
              <a:rPr b="0" lang="az-Latn-AZ" sz="2400" spc="-1" strike="noStrike">
                <a:solidFill>
                  <a:schemeClr val="dk1"/>
                </a:solidFill>
                <a:latin typeface="Times New Roman"/>
              </a:rPr>
              <a:t>AzUAC</a:t>
            </a:r>
            <a:r>
              <a:rPr b="0" lang="en-US" sz="2400" spc="-1" strike="noStrike">
                <a:solidFill>
                  <a:schemeClr val="dk1"/>
                </a:solidFill>
                <a:latin typeface="Times New Roman"/>
              </a:rPr>
              <a:t> Cyber Security student </a:t>
            </a:r>
            <a:r>
              <a:rPr b="0" lang="az-Latn-AZ" sz="2400" spc="-1" strike="noStrike" u="sng">
                <a:solidFill>
                  <a:schemeClr val="dk1"/>
                </a:solidFill>
                <a:uFillTx/>
                <a:latin typeface="Times New Roman"/>
              </a:rPr>
              <a:t>Yusif</a:t>
            </a:r>
            <a:r>
              <a:rPr b="0" lang="en-US" sz="2400" spc="-1" strike="noStrike" u="sng">
                <a:solidFill>
                  <a:schemeClr val="dk1"/>
                </a:solidFill>
                <a:uFillTx/>
                <a:latin typeface="Times New Roman"/>
              </a:rPr>
              <a:t> </a:t>
            </a:r>
            <a:r>
              <a:rPr b="0" lang="az-Latn-AZ" sz="2400" spc="-1" strike="noStrike" u="sng">
                <a:solidFill>
                  <a:schemeClr val="dk1"/>
                </a:solidFill>
                <a:uFillTx/>
                <a:latin typeface="Times New Roman"/>
              </a:rPr>
              <a:t>Samadov </a:t>
            </a:r>
            <a:endParaRPr b="0" lang="en-US" sz="2400" spc="-1" strike="noStrike">
              <a:solidFill>
                <a:srgbClr val="ffffff"/>
              </a:solidFill>
              <a:latin typeface="Arial"/>
            </a:endParaRPr>
          </a:p>
        </p:txBody>
      </p:sp>
      <p:sp>
        <p:nvSpPr>
          <p:cNvPr id="80" name="Metin kutusu 9"/>
          <p:cNvSpPr/>
          <p:nvPr/>
        </p:nvSpPr>
        <p:spPr>
          <a:xfrm>
            <a:off x="0" y="4182840"/>
            <a:ext cx="9143640" cy="4554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az-Latn-AZ" sz="2400" spc="-1" strike="noStrike">
                <a:solidFill>
                  <a:schemeClr val="dk1"/>
                </a:solidFill>
                <a:latin typeface="Times New Roman"/>
              </a:rPr>
              <a:t>Teacher : </a:t>
            </a:r>
            <a:r>
              <a:rPr b="0" lang="en-US" sz="2400" spc="-1" strike="noStrike">
                <a:solidFill>
                  <a:schemeClr val="dk1"/>
                </a:solidFill>
                <a:latin typeface="Times New Roman"/>
              </a:rPr>
              <a:t>PhD. Toghrul Karimov</a:t>
            </a:r>
            <a:endParaRPr b="0" lang="en-US" sz="2400" spc="-1" strike="noStrike">
              <a:solidFill>
                <a:srgbClr val="ffffff"/>
              </a:solidFill>
              <a:latin typeface="Arial"/>
            </a:endParaRPr>
          </a:p>
        </p:txBody>
      </p:sp>
      <p:sp>
        <p:nvSpPr>
          <p:cNvPr id="81" name="Metin kutusu 10"/>
          <p:cNvSpPr/>
          <p:nvPr/>
        </p:nvSpPr>
        <p:spPr>
          <a:xfrm>
            <a:off x="0" y="4644360"/>
            <a:ext cx="9143640" cy="4554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400" spc="-1" strike="noStrike">
                <a:solidFill>
                  <a:schemeClr val="dk1"/>
                </a:solidFill>
                <a:latin typeface="Times New Roman"/>
              </a:rPr>
              <a:t>Subject : Principles of Cybersecurity</a:t>
            </a:r>
            <a:endParaRPr b="0" lang="en-US" sz="2400" spc="-1" strike="noStrike">
              <a:solidFill>
                <a:srgbClr val="ffffff"/>
              </a:solidFill>
              <a:latin typeface="Arial"/>
            </a:endParaRPr>
          </a:p>
        </p:txBody>
      </p:sp>
      <p:sp>
        <p:nvSpPr>
          <p:cNvPr id="82" name="Metin kutusu 12"/>
          <p:cNvSpPr/>
          <p:nvPr/>
        </p:nvSpPr>
        <p:spPr>
          <a:xfrm>
            <a:off x="809280" y="1221120"/>
            <a:ext cx="1386000" cy="516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2800" spc="-1" strike="noStrike">
                <a:solidFill>
                  <a:schemeClr val="dk1"/>
                </a:solidFill>
                <a:latin typeface="Times New Roman"/>
              </a:rPr>
              <a:t>Topic:</a:t>
            </a:r>
            <a:endParaRPr b="0" lang="en-US" sz="2800" spc="-1" strike="noStrike">
              <a:solidFill>
                <a:srgbClr val="ffffff"/>
              </a:solidFill>
              <a:latin typeface="Arial"/>
            </a:endParaRPr>
          </a:p>
        </p:txBody>
      </p:sp>
      <p:sp>
        <p:nvSpPr>
          <p:cNvPr id="83" name="Metin kutusu 13"/>
          <p:cNvSpPr/>
          <p:nvPr/>
        </p:nvSpPr>
        <p:spPr>
          <a:xfrm>
            <a:off x="0" y="1772640"/>
            <a:ext cx="9143640" cy="15526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i="1" lang="en-US" sz="4800" spc="-1" strike="noStrike">
                <a:solidFill>
                  <a:srgbClr val="fa6500"/>
                </a:solidFill>
                <a:latin typeface="Times New Roman"/>
              </a:rPr>
              <a:t>Anthropic Mythos </a:t>
            </a:r>
            <a:endParaRPr b="0" lang="en-US" sz="4800" spc="-1" strike="noStrike">
              <a:solidFill>
                <a:srgbClr val="ffffff"/>
              </a:solidFill>
              <a:latin typeface="Arial"/>
            </a:endParaRPr>
          </a:p>
          <a:p>
            <a:pPr algn="ctr" defTabSz="914400">
              <a:lnSpc>
                <a:spcPct val="100000"/>
              </a:lnSpc>
            </a:pPr>
            <a:r>
              <a:rPr b="0" i="1" lang="en-US" sz="4800" spc="-1" strike="noStrike">
                <a:solidFill>
                  <a:schemeClr val="accent1">
                    <a:lumMod val="75000"/>
                  </a:schemeClr>
                </a:solidFill>
                <a:latin typeface="Times New Roman"/>
              </a:rPr>
              <a:t>consequences for </a:t>
            </a:r>
            <a:r>
              <a:rPr b="0" i="1" lang="en-US" sz="4800" spc="-1" strike="noStrike">
                <a:solidFill>
                  <a:srgbClr val="00b0f0"/>
                </a:solidFill>
                <a:latin typeface="Times New Roman"/>
              </a:rPr>
              <a:t>cybersecurity</a:t>
            </a:r>
            <a:endParaRPr b="0" lang="en-US" sz="4800" spc="-1" strike="noStrike">
              <a:solidFill>
                <a:srgbClr val="ffffff"/>
              </a:solidFill>
              <a:latin typeface="Arial"/>
            </a:endParaRPr>
          </a:p>
        </p:txBody>
      </p:sp>
      <p:pic>
        <p:nvPicPr>
          <p:cNvPr id="84" name="Picture 1" descr=""/>
          <p:cNvPicPr/>
          <p:nvPr/>
        </p:nvPicPr>
        <p:blipFill>
          <a:blip r:embed="rId1"/>
          <a:stretch/>
        </p:blipFill>
        <p:spPr>
          <a:xfrm>
            <a:off x="7596360" y="69480"/>
            <a:ext cx="1439640" cy="124128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Metin kutusu 1"/>
          <p:cNvSpPr/>
          <p:nvPr/>
        </p:nvSpPr>
        <p:spPr>
          <a:xfrm>
            <a:off x="813600" y="186480"/>
            <a:ext cx="7672320" cy="8211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i="1" lang="en-US" sz="4800" spc="-1" strike="noStrike">
                <a:solidFill>
                  <a:srgbClr val="00b0f0"/>
                </a:solidFill>
                <a:latin typeface="Times New Roman"/>
              </a:rPr>
              <a:t>Contents </a:t>
            </a:r>
            <a:r>
              <a:rPr b="0" i="1" lang="en-US" sz="4800" spc="-1" strike="noStrike">
                <a:solidFill>
                  <a:schemeClr val="accent1">
                    <a:lumMod val="75000"/>
                  </a:schemeClr>
                </a:solidFill>
                <a:latin typeface="Times New Roman"/>
              </a:rPr>
              <a:t>of the</a:t>
            </a:r>
            <a:r>
              <a:rPr b="0" i="1" lang="en-US" sz="4800" spc="-1" strike="noStrike">
                <a:solidFill>
                  <a:srgbClr val="00b0f0"/>
                </a:solidFill>
                <a:latin typeface="Times New Roman"/>
              </a:rPr>
              <a:t> Presentation</a:t>
            </a:r>
            <a:endParaRPr b="0" lang="en-US" sz="4800" spc="-1" strike="noStrike">
              <a:solidFill>
                <a:srgbClr val="ffffff"/>
              </a:solidFill>
              <a:latin typeface="Arial"/>
            </a:endParaRPr>
          </a:p>
        </p:txBody>
      </p:sp>
      <p:sp>
        <p:nvSpPr>
          <p:cNvPr id="86" name="Metin kutusu 2"/>
          <p:cNvSpPr/>
          <p:nvPr/>
        </p:nvSpPr>
        <p:spPr>
          <a:xfrm>
            <a:off x="1229400" y="1593360"/>
            <a:ext cx="6840360" cy="4053600"/>
          </a:xfrm>
          <a:prstGeom prst="rect">
            <a:avLst/>
          </a:prstGeom>
          <a:noFill/>
          <a:ln w="0">
            <a:noFill/>
          </a:ln>
        </p:spPr>
        <p:style>
          <a:lnRef idx="0"/>
          <a:fillRef idx="0"/>
          <a:effectRef idx="0"/>
          <a:fontRef idx="minor"/>
        </p:style>
        <p:txBody>
          <a:bodyPr lIns="90000" rIns="90000" tIns="45000" bIns="45000" anchor="t">
            <a:spAutoFit/>
          </a:bodyPr>
          <a:p>
            <a:pPr marL="457200" indent="-457200" defTabSz="914400">
              <a:lnSpc>
                <a:spcPct val="100000"/>
              </a:lnSpc>
              <a:buClr>
                <a:srgbClr val="ffffff"/>
              </a:buClr>
              <a:buFont typeface="OpenSymbol"/>
              <a:buAutoNum type="arabicPeriod"/>
            </a:pPr>
            <a:r>
              <a:rPr b="0" lang="en-US" sz="2000" spc="-1" strike="noStrike">
                <a:solidFill>
                  <a:schemeClr val="dk1"/>
                </a:solidFill>
                <a:latin typeface="Consolas"/>
              </a:rPr>
              <a:t>Introduction</a:t>
            </a:r>
            <a:endParaRPr b="0" lang="en-US" sz="2000" spc="-1" strike="noStrike">
              <a:solidFill>
                <a:srgbClr val="ffffff"/>
              </a:solidFill>
              <a:latin typeface="Arial"/>
            </a:endParaRPr>
          </a:p>
          <a:p>
            <a:pPr marL="457200" indent="-457200" defTabSz="914400">
              <a:lnSpc>
                <a:spcPct val="100000"/>
              </a:lnSpc>
              <a:buClr>
                <a:srgbClr val="ffffff"/>
              </a:buClr>
              <a:buFont typeface="OpenSymbol"/>
              <a:buAutoNum type="arabicPeriod"/>
            </a:pPr>
            <a:r>
              <a:rPr b="0" lang="en-US" sz="2000" spc="-1" strike="noStrike">
                <a:solidFill>
                  <a:schemeClr val="dk1"/>
                </a:solidFill>
                <a:latin typeface="Consolas"/>
              </a:rPr>
              <a:t>New amazing AI model</a:t>
            </a:r>
            <a:endParaRPr b="0" lang="en-US" sz="2000" spc="-1" strike="noStrike">
              <a:solidFill>
                <a:srgbClr val="ffffff"/>
              </a:solidFill>
              <a:latin typeface="Arial"/>
            </a:endParaRPr>
          </a:p>
          <a:p>
            <a:pPr lvl="1" marL="914400" indent="-457200" defTabSz="914400">
              <a:lnSpc>
                <a:spcPct val="100000"/>
              </a:lnSpc>
              <a:buClr>
                <a:srgbClr val="ffffff"/>
              </a:buClr>
              <a:buFont typeface="Wingdings" charset="2"/>
              <a:buChar char=""/>
            </a:pPr>
            <a:r>
              <a:rPr b="0" lang="en-US" sz="2000" spc="-1" strike="noStrike">
                <a:solidFill>
                  <a:schemeClr val="dk1"/>
                </a:solidFill>
                <a:latin typeface="Consolas"/>
              </a:rPr>
              <a:t>Main differences</a:t>
            </a:r>
            <a:endParaRPr b="0" lang="en-US" sz="2000" spc="-1" strike="noStrike">
              <a:solidFill>
                <a:srgbClr val="ffffff"/>
              </a:solidFill>
              <a:latin typeface="Arial"/>
            </a:endParaRPr>
          </a:p>
          <a:p>
            <a:pPr lvl="1" marL="914400" indent="-457200" defTabSz="914400">
              <a:lnSpc>
                <a:spcPct val="100000"/>
              </a:lnSpc>
              <a:buClr>
                <a:srgbClr val="ffffff"/>
              </a:buClr>
              <a:buFont typeface="Wingdings" charset="2"/>
              <a:buChar char=""/>
            </a:pPr>
            <a:r>
              <a:rPr b="0" lang="en-US" sz="2000" spc="-1" strike="noStrike">
                <a:solidFill>
                  <a:schemeClr val="dk1"/>
                </a:solidFill>
                <a:latin typeface="Consolas"/>
              </a:rPr>
              <a:t>Best results</a:t>
            </a:r>
            <a:endParaRPr b="0" lang="en-US" sz="2000" spc="-1" strike="noStrike">
              <a:solidFill>
                <a:srgbClr val="ffffff"/>
              </a:solidFill>
              <a:latin typeface="Arial"/>
            </a:endParaRPr>
          </a:p>
          <a:p>
            <a:pPr lvl="1" marL="914400" indent="-457200" defTabSz="914400">
              <a:lnSpc>
                <a:spcPct val="100000"/>
              </a:lnSpc>
              <a:buClr>
                <a:srgbClr val="ffffff"/>
              </a:buClr>
              <a:buFont typeface="Wingdings" charset="2"/>
              <a:buChar char=""/>
            </a:pPr>
            <a:r>
              <a:rPr b="0" lang="en-US" sz="2000" spc="-1" strike="noStrike">
                <a:solidFill>
                  <a:schemeClr val="dk1"/>
                </a:solidFill>
                <a:latin typeface="Consolas"/>
              </a:rPr>
              <a:t>Unbelievable hacks</a:t>
            </a:r>
            <a:endParaRPr b="0" lang="en-US" sz="2000" spc="-1" strike="noStrike">
              <a:solidFill>
                <a:srgbClr val="ffffff"/>
              </a:solidFill>
              <a:latin typeface="Arial"/>
            </a:endParaRPr>
          </a:p>
          <a:p>
            <a:pPr marL="457200" indent="-457200" defTabSz="914400">
              <a:lnSpc>
                <a:spcPct val="100000"/>
              </a:lnSpc>
              <a:buClr>
                <a:srgbClr val="ffffff"/>
              </a:buClr>
              <a:buFont typeface="OpenSymbol"/>
              <a:buAutoNum type="arabicPeriod"/>
            </a:pPr>
            <a:r>
              <a:rPr b="0" lang="en-US" sz="2000" spc="-1" strike="noStrike">
                <a:solidFill>
                  <a:schemeClr val="dk1"/>
                </a:solidFill>
                <a:latin typeface="Consolas"/>
              </a:rPr>
              <a:t>Potential threats during public usage</a:t>
            </a:r>
            <a:endParaRPr b="0" lang="en-US" sz="2000" spc="-1" strike="noStrike">
              <a:solidFill>
                <a:srgbClr val="ffffff"/>
              </a:solidFill>
              <a:latin typeface="Arial"/>
            </a:endParaRPr>
          </a:p>
          <a:p>
            <a:pPr marL="457200" indent="-457200" defTabSz="914400">
              <a:lnSpc>
                <a:spcPct val="100000"/>
              </a:lnSpc>
              <a:buClr>
                <a:srgbClr val="ffffff"/>
              </a:buClr>
              <a:buFont typeface="OpenSymbol"/>
              <a:buAutoNum type="arabicPeriod"/>
            </a:pPr>
            <a:r>
              <a:rPr b="0" lang="en-US" sz="2000" spc="-1" strike="noStrike">
                <a:solidFill>
                  <a:schemeClr val="dk1"/>
                </a:solidFill>
                <a:latin typeface="Consolas"/>
              </a:rPr>
              <a:t>1</a:t>
            </a:r>
            <a:r>
              <a:rPr b="0" lang="en-US" sz="2000" spc="-1" strike="noStrike" baseline="30000">
                <a:solidFill>
                  <a:schemeClr val="dk1"/>
                </a:solidFill>
                <a:latin typeface="Consolas"/>
              </a:rPr>
              <a:t>st</a:t>
            </a:r>
            <a:r>
              <a:rPr b="0" lang="en-US" sz="2000" spc="-1" strike="noStrike">
                <a:solidFill>
                  <a:schemeClr val="dk1"/>
                </a:solidFill>
                <a:latin typeface="Consolas"/>
              </a:rPr>
              <a:t> stage strategy of anthropic (Glasswing)</a:t>
            </a:r>
            <a:endParaRPr b="0" lang="en-US" sz="2000" spc="-1" strike="noStrike">
              <a:solidFill>
                <a:srgbClr val="ffffff"/>
              </a:solidFill>
              <a:latin typeface="Arial"/>
            </a:endParaRPr>
          </a:p>
          <a:p>
            <a:pPr marL="457200" indent="-457200" defTabSz="914400">
              <a:lnSpc>
                <a:spcPct val="100000"/>
              </a:lnSpc>
              <a:buClr>
                <a:srgbClr val="ecc577"/>
              </a:buClr>
              <a:buFont typeface="Arial Narrow"/>
              <a:buAutoNum type="arabicPeriod"/>
            </a:pPr>
            <a:r>
              <a:rPr b="0" lang="en-US" sz="2000" spc="-1" strike="noStrike">
                <a:solidFill>
                  <a:schemeClr val="dk2">
                    <a:lumMod val="60000"/>
                    <a:lumOff val="40000"/>
                  </a:schemeClr>
                </a:solidFill>
                <a:latin typeface="Consolas"/>
              </a:rPr>
              <a:t>Unpredictable future of IT</a:t>
            </a:r>
            <a:endParaRPr b="0" lang="en-US" sz="2000" spc="-1" strike="noStrike">
              <a:solidFill>
                <a:srgbClr val="ffffff"/>
              </a:solidFill>
              <a:latin typeface="Arial"/>
            </a:endParaRPr>
          </a:p>
          <a:p>
            <a:pPr marL="457200" indent="-457200" defTabSz="914400">
              <a:lnSpc>
                <a:spcPct val="100000"/>
              </a:lnSpc>
              <a:buClr>
                <a:srgbClr val="ffffff"/>
              </a:buClr>
              <a:buFont typeface="Arial Narrow"/>
              <a:buAutoNum type="arabicPeriod"/>
            </a:pPr>
            <a:r>
              <a:rPr b="0" lang="en-US" sz="2000" spc="-1" strike="noStrike">
                <a:solidFill>
                  <a:schemeClr val="dk1"/>
                </a:solidFill>
                <a:latin typeface="Consolas"/>
              </a:rPr>
              <a:t>References</a:t>
            </a:r>
            <a:endParaRPr b="0" lang="en-US" sz="2000" spc="-1" strike="noStrike">
              <a:solidFill>
                <a:srgbClr val="ffffff"/>
              </a:solidFill>
              <a:latin typeface="Arial"/>
            </a:endParaRPr>
          </a:p>
          <a:p>
            <a:pPr defTabSz="914400">
              <a:lnSpc>
                <a:spcPct val="100000"/>
              </a:lnSpc>
            </a:pPr>
            <a:endParaRPr b="0" lang="en-US" sz="2000" spc="-1" strike="noStrike">
              <a:solidFill>
                <a:srgbClr val="ffffff"/>
              </a:solidFill>
              <a:latin typeface="Arial"/>
            </a:endParaRPr>
          </a:p>
          <a:p>
            <a:pPr defTabSz="914400">
              <a:lnSpc>
                <a:spcPct val="100000"/>
              </a:lnSpc>
            </a:pPr>
            <a:endParaRPr b="0" lang="en-US" sz="2000" spc="-1" strike="noStrike">
              <a:solidFill>
                <a:srgbClr val="ffffff"/>
              </a:solidFill>
              <a:latin typeface="Arial"/>
            </a:endParaRPr>
          </a:p>
          <a:p>
            <a:pPr defTabSz="914400">
              <a:lnSpc>
                <a:spcPct val="100000"/>
              </a:lnSpc>
            </a:pPr>
            <a:endParaRPr b="0" lang="en-US" sz="2000" spc="-1" strike="noStrike">
              <a:solidFill>
                <a:srgbClr val="ffffff"/>
              </a:solidFill>
              <a:latin typeface="Arial"/>
            </a:endParaRPr>
          </a:p>
        </p:txBody>
      </p:sp>
      <p:sp>
        <p:nvSpPr>
          <p:cNvPr id="87" name="Metin kutusu 3"/>
          <p:cNvSpPr/>
          <p:nvPr/>
        </p:nvSpPr>
        <p:spPr>
          <a:xfrm>
            <a:off x="0" y="5955120"/>
            <a:ext cx="9143640" cy="516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800" spc="-1" strike="noStrike">
                <a:solidFill>
                  <a:schemeClr val="accent4"/>
                </a:solidFill>
                <a:latin typeface="Consolas"/>
              </a:rPr>
              <a:t>Introduction</a:t>
            </a:r>
            <a:endParaRPr b="0" lang="en-US" sz="2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Metin kutusu 5"/>
          <p:cNvSpPr/>
          <p:nvPr/>
        </p:nvSpPr>
        <p:spPr>
          <a:xfrm>
            <a:off x="0" y="0"/>
            <a:ext cx="313164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i="1" lang="en-US" sz="3600" spc="-1" strike="noStrike">
                <a:solidFill>
                  <a:srgbClr val="fa6500"/>
                </a:solidFill>
                <a:latin typeface="Times New Roman"/>
              </a:rPr>
              <a:t>+What is new?</a:t>
            </a:r>
            <a:endParaRPr b="0" lang="en-US" sz="3600" spc="-1" strike="noStrike">
              <a:solidFill>
                <a:srgbClr val="ffffff"/>
              </a:solidFill>
              <a:latin typeface="Arial"/>
            </a:endParaRPr>
          </a:p>
        </p:txBody>
      </p:sp>
      <p:sp>
        <p:nvSpPr>
          <p:cNvPr id="89" name="Metin kutusu 3"/>
          <p:cNvSpPr/>
          <p:nvPr/>
        </p:nvSpPr>
        <p:spPr>
          <a:xfrm>
            <a:off x="0" y="5955120"/>
            <a:ext cx="9143640" cy="516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800" spc="-1" strike="noStrike">
                <a:solidFill>
                  <a:schemeClr val="accent4"/>
                </a:solidFill>
                <a:latin typeface="Consolas"/>
              </a:rPr>
              <a:t>New amazing AI model</a:t>
            </a:r>
            <a:endParaRPr b="0" lang="en-US" sz="2800" spc="-1" strike="noStrike">
              <a:solidFill>
                <a:srgbClr val="ffffff"/>
              </a:solidFill>
              <a:latin typeface="Arial"/>
            </a:endParaRPr>
          </a:p>
        </p:txBody>
      </p:sp>
      <p:sp>
        <p:nvSpPr>
          <p:cNvPr id="90" name="Metin kutusu 2"/>
          <p:cNvSpPr/>
          <p:nvPr/>
        </p:nvSpPr>
        <p:spPr>
          <a:xfrm>
            <a:off x="0" y="1484640"/>
            <a:ext cx="9143640" cy="2224080"/>
          </a:xfrm>
          <a:prstGeom prst="rect">
            <a:avLst/>
          </a:prstGeom>
          <a:noFill/>
          <a:ln w="0">
            <a:noFill/>
          </a:ln>
        </p:spPr>
        <p:style>
          <a:lnRef idx="0"/>
          <a:fillRef idx="0"/>
          <a:effectRef idx="0"/>
          <a:fontRef idx="minor"/>
        </p:style>
        <p:txBody>
          <a:bodyPr lIns="90000" rIns="90000" tIns="45000" bIns="45000" anchor="t">
            <a:spAutoFit/>
          </a:bodyPr>
          <a:p>
            <a:pPr marL="457200" indent="-457200" algn="ctr" defTabSz="914400">
              <a:lnSpc>
                <a:spcPct val="100000"/>
              </a:lnSpc>
              <a:buClr>
                <a:srgbClr val="ffffff"/>
              </a:buClr>
              <a:buFont typeface="OpenSymbol"/>
              <a:buAutoNum type="arabicPeriod"/>
            </a:pPr>
            <a:r>
              <a:rPr b="0" lang="en-US" sz="2000" spc="-1" strike="noStrike">
                <a:solidFill>
                  <a:schemeClr val="dk1"/>
                </a:solidFill>
                <a:latin typeface="Consolas"/>
              </a:rPr>
              <a:t>Amazing code understanding (not specified for hacking)</a:t>
            </a:r>
            <a:endParaRPr b="0" lang="en-US" sz="2000" spc="-1" strike="noStrike">
              <a:solidFill>
                <a:srgbClr val="ffffff"/>
              </a:solidFill>
              <a:latin typeface="Arial"/>
            </a:endParaRPr>
          </a:p>
          <a:p>
            <a:pPr marL="457200" indent="-457200" algn="ctr" defTabSz="914400">
              <a:lnSpc>
                <a:spcPct val="100000"/>
              </a:lnSpc>
              <a:buClr>
                <a:srgbClr val="ffffff"/>
              </a:buClr>
              <a:buFont typeface="OpenSymbol"/>
              <a:buAutoNum type="arabicPeriod"/>
            </a:pPr>
            <a:r>
              <a:rPr b="0" lang="en-US" sz="2000" spc="-1" strike="noStrike">
                <a:solidFill>
                  <a:schemeClr val="dk1"/>
                </a:solidFill>
                <a:latin typeface="Consolas"/>
              </a:rPr>
              <a:t>Insane parameter count (10 trillion)</a:t>
            </a:r>
            <a:endParaRPr b="0" lang="en-US" sz="2000" spc="-1" strike="noStrike">
              <a:solidFill>
                <a:srgbClr val="ffffff"/>
              </a:solidFill>
              <a:latin typeface="Arial"/>
            </a:endParaRPr>
          </a:p>
          <a:p>
            <a:pPr marL="457200" indent="-457200" algn="ctr" defTabSz="914400">
              <a:lnSpc>
                <a:spcPct val="100000"/>
              </a:lnSpc>
              <a:buClr>
                <a:srgbClr val="ffffff"/>
              </a:buClr>
              <a:buFont typeface="OpenSymbol"/>
              <a:buAutoNum type="arabicPeriod"/>
            </a:pPr>
            <a:r>
              <a:rPr b="0" lang="en-US" sz="2000" spc="-1" strike="noStrike">
                <a:solidFill>
                  <a:schemeClr val="dk1"/>
                </a:solidFill>
                <a:latin typeface="Consolas"/>
              </a:rPr>
              <a:t>Doing complex hacks with multiple vulnerabilities simultaneously</a:t>
            </a:r>
            <a:endParaRPr b="0" lang="en-US" sz="2000" spc="-1" strike="noStrike">
              <a:solidFill>
                <a:srgbClr val="ffffff"/>
              </a:solidFill>
              <a:latin typeface="Arial"/>
            </a:endParaRPr>
          </a:p>
          <a:p>
            <a:pPr marL="457200" indent="-457200" algn="ctr" defTabSz="914400">
              <a:lnSpc>
                <a:spcPct val="100000"/>
              </a:lnSpc>
              <a:buClr>
                <a:srgbClr val="ffffff"/>
              </a:buClr>
              <a:buFont typeface="OpenSymbol"/>
              <a:buAutoNum type="arabicPeriod"/>
            </a:pPr>
            <a:r>
              <a:rPr b="0" lang="en-US" sz="2000" spc="-1" strike="noStrike">
                <a:solidFill>
                  <a:schemeClr val="dk1"/>
                </a:solidFill>
                <a:latin typeface="Consolas"/>
              </a:rPr>
              <a:t>Potential emotional movements (Just an argument)</a:t>
            </a:r>
            <a:endParaRPr b="0" lang="en-US" sz="2000" spc="-1" strike="noStrike">
              <a:solidFill>
                <a:srgbClr val="ffffff"/>
              </a:solidFill>
              <a:latin typeface="Arial"/>
            </a:endParaRPr>
          </a:p>
          <a:p>
            <a:pPr marL="457200" indent="-457200" algn="ctr" defTabSz="914400">
              <a:lnSpc>
                <a:spcPct val="100000"/>
              </a:lnSpc>
              <a:buClr>
                <a:srgbClr val="ffffff"/>
              </a:buClr>
              <a:buFont typeface="OpenSymbol"/>
              <a:buAutoNum type="arabicPeriod"/>
            </a:pPr>
            <a:r>
              <a:rPr b="0" lang="en-US" sz="2000" spc="-1" strike="noStrike">
                <a:solidFill>
                  <a:schemeClr val="dk1"/>
                </a:solidFill>
                <a:latin typeface="Consolas"/>
              </a:rPr>
              <a:t>Being competitive and aggressive (Just an argument)</a:t>
            </a:r>
            <a:endParaRPr b="0" lang="en-US" sz="2000" spc="-1" strike="noStrike">
              <a:solidFill>
                <a:srgbClr val="ffffff"/>
              </a:solidFill>
              <a:latin typeface="Arial"/>
            </a:endParaRPr>
          </a:p>
          <a:p>
            <a:pPr marL="457200" indent="-457200" algn="ctr" defTabSz="914400">
              <a:lnSpc>
                <a:spcPct val="100000"/>
              </a:lnSpc>
              <a:buClr>
                <a:srgbClr val="ffffff"/>
              </a:buClr>
              <a:buFont typeface="OpenSymbol"/>
              <a:buAutoNum type="arabicPeriod"/>
            </a:pPr>
            <a:r>
              <a:rPr b="0" lang="en-US" sz="2000" spc="-1" strike="noStrike">
                <a:solidFill>
                  <a:schemeClr val="dk1"/>
                </a:solidFill>
                <a:latin typeface="Consolas"/>
              </a:rPr>
              <a:t>Trying outsmarting its rivals (Just a thought)</a:t>
            </a:r>
            <a:endParaRPr b="0" lang="en-US"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Metin kutusu 5"/>
          <p:cNvSpPr/>
          <p:nvPr/>
        </p:nvSpPr>
        <p:spPr>
          <a:xfrm>
            <a:off x="0" y="0"/>
            <a:ext cx="435564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i="1" lang="en-US" sz="3600" spc="-1" strike="noStrike">
                <a:solidFill>
                  <a:srgbClr val="fa6500"/>
                </a:solidFill>
                <a:latin typeface="Times New Roman"/>
              </a:rPr>
              <a:t>+Benchmark results</a:t>
            </a:r>
            <a:endParaRPr b="0" lang="en-US" sz="3600" spc="-1" strike="noStrike">
              <a:solidFill>
                <a:srgbClr val="ffffff"/>
              </a:solidFill>
              <a:latin typeface="Arial"/>
            </a:endParaRPr>
          </a:p>
        </p:txBody>
      </p:sp>
      <p:sp>
        <p:nvSpPr>
          <p:cNvPr id="92" name="Metin kutusu 3"/>
          <p:cNvSpPr/>
          <p:nvPr/>
        </p:nvSpPr>
        <p:spPr>
          <a:xfrm>
            <a:off x="0" y="5955120"/>
            <a:ext cx="9143640" cy="516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800" spc="-1" strike="noStrike">
                <a:solidFill>
                  <a:schemeClr val="accent4"/>
                </a:solidFill>
                <a:latin typeface="Consolas"/>
              </a:rPr>
              <a:t>New amazing AI model</a:t>
            </a:r>
            <a:endParaRPr b="0" lang="en-US" sz="2800" spc="-1" strike="noStrike">
              <a:solidFill>
                <a:srgbClr val="ffffff"/>
              </a:solidFill>
              <a:latin typeface="Arial"/>
            </a:endParaRPr>
          </a:p>
        </p:txBody>
      </p:sp>
      <p:sp>
        <p:nvSpPr>
          <p:cNvPr id="93" name="Metin kutusu 2"/>
          <p:cNvSpPr/>
          <p:nvPr/>
        </p:nvSpPr>
        <p:spPr>
          <a:xfrm>
            <a:off x="0" y="1484640"/>
            <a:ext cx="9143640" cy="399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endParaRPr b="0" lang="en-US" sz="2000" spc="-1" strike="noStrike">
              <a:solidFill>
                <a:schemeClr val="dk1"/>
              </a:solidFill>
              <a:latin typeface="Consolas"/>
            </a:endParaRPr>
          </a:p>
        </p:txBody>
      </p:sp>
      <p:sp>
        <p:nvSpPr>
          <p:cNvPr id="94" name="Rectangle 8"/>
          <p:cNvSpPr/>
          <p:nvPr/>
        </p:nvSpPr>
        <p:spPr>
          <a:xfrm>
            <a:off x="1609200" y="4707360"/>
            <a:ext cx="5925240" cy="912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1800" spc="-1" strike="noStrike">
                <a:solidFill>
                  <a:schemeClr val="dk1"/>
                </a:solidFill>
                <a:latin typeface="Times New Roman"/>
              </a:rPr>
              <a:t>Every reported benchmark result shows us Mythos more powerful and relevant to use than Opus 4.6 (One of the best public LLMs’ today)</a:t>
            </a:r>
            <a:endParaRPr b="0" lang="en-US" sz="1800" spc="-1" strike="noStrike">
              <a:solidFill>
                <a:srgbClr val="ffffff"/>
              </a:solidFill>
              <a:latin typeface="Arial"/>
            </a:endParaRPr>
          </a:p>
        </p:txBody>
      </p:sp>
      <p:pic>
        <p:nvPicPr>
          <p:cNvPr id="95" name="Picture 6" descr=""/>
          <p:cNvPicPr/>
          <p:nvPr/>
        </p:nvPicPr>
        <p:blipFill>
          <a:blip r:embed="rId1"/>
          <a:stretch/>
        </p:blipFill>
        <p:spPr>
          <a:xfrm rot="21594000">
            <a:off x="231480" y="1150200"/>
            <a:ext cx="8458200" cy="353916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Metin kutusu 5"/>
          <p:cNvSpPr/>
          <p:nvPr/>
        </p:nvSpPr>
        <p:spPr>
          <a:xfrm>
            <a:off x="0" y="0"/>
            <a:ext cx="435564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i="1" lang="en-US" sz="3600" spc="-1" strike="noStrike">
                <a:solidFill>
                  <a:srgbClr val="fa6500"/>
                </a:solidFill>
                <a:latin typeface="Times New Roman"/>
              </a:rPr>
              <a:t>+ Unbelievable hacks</a:t>
            </a:r>
            <a:endParaRPr b="0" lang="en-US" sz="3600" spc="-1" strike="noStrike">
              <a:solidFill>
                <a:srgbClr val="ffffff"/>
              </a:solidFill>
              <a:latin typeface="Arial"/>
            </a:endParaRPr>
          </a:p>
        </p:txBody>
      </p:sp>
      <p:sp>
        <p:nvSpPr>
          <p:cNvPr id="97" name="Metin kutusu 3"/>
          <p:cNvSpPr/>
          <p:nvPr/>
        </p:nvSpPr>
        <p:spPr>
          <a:xfrm>
            <a:off x="0" y="5955120"/>
            <a:ext cx="9143640" cy="516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800" spc="-1" strike="noStrike">
                <a:solidFill>
                  <a:schemeClr val="accent4"/>
                </a:solidFill>
                <a:latin typeface="Consolas"/>
              </a:rPr>
              <a:t>New amazing AI model</a:t>
            </a:r>
            <a:endParaRPr b="0" lang="en-US" sz="2800" spc="-1" strike="noStrike">
              <a:solidFill>
                <a:srgbClr val="ffffff"/>
              </a:solidFill>
              <a:latin typeface="Arial"/>
            </a:endParaRPr>
          </a:p>
        </p:txBody>
      </p:sp>
      <p:sp>
        <p:nvSpPr>
          <p:cNvPr id="98" name="Rectangle 1"/>
          <p:cNvSpPr/>
          <p:nvPr/>
        </p:nvSpPr>
        <p:spPr>
          <a:xfrm>
            <a:off x="0" y="1102680"/>
            <a:ext cx="9143640" cy="4477680"/>
          </a:xfrm>
          <a:prstGeom prst="rect">
            <a:avLst/>
          </a:prstGeom>
          <a:noFill/>
          <a:ln w="0">
            <a:noFill/>
          </a:ln>
        </p:spPr>
        <p:style>
          <a:lnRef idx="0"/>
          <a:fillRef idx="0"/>
          <a:effectRef idx="0"/>
          <a:fontRef idx="minor"/>
        </p:style>
        <p:txBody>
          <a:bodyPr numCol="1" spcCol="0" anchor="ctr">
            <a:spAutoFit/>
          </a:bodyPr>
          <a:p>
            <a:pPr defTabSz="914400">
              <a:lnSpc>
                <a:spcPct val="100000"/>
              </a:lnSpc>
              <a:tabLst>
                <a:tab algn="l" pos="0"/>
              </a:tabLst>
            </a:pPr>
            <a:r>
              <a:rPr b="0" lang="en-US" sz="1600" spc="-1" strike="noStrike">
                <a:solidFill>
                  <a:srgbClr val="00b0f0"/>
                </a:solidFill>
                <a:latin typeface="Consolas"/>
              </a:rPr>
              <a:t>Cloudflare: Discovered over 2,000 bugs in its critical-path systems (with 400 classified as high or critical severity)</a:t>
            </a:r>
            <a:endParaRPr b="0" lang="en-US" sz="1600" spc="-1" strike="noStrike">
              <a:solidFill>
                <a:srgbClr val="ffffff"/>
              </a:solidFill>
              <a:latin typeface="Arial"/>
            </a:endParaRPr>
          </a:p>
          <a:p>
            <a:pPr defTabSz="914400">
              <a:lnSpc>
                <a:spcPct val="100000"/>
              </a:lnSpc>
              <a:tabLst>
                <a:tab algn="l" pos="0"/>
              </a:tabLst>
            </a:pPr>
            <a:endParaRPr b="0" lang="en-US" sz="1600" spc="-1" strike="noStrike">
              <a:solidFill>
                <a:srgbClr val="ffffff"/>
              </a:solidFill>
              <a:latin typeface="Arial"/>
            </a:endParaRPr>
          </a:p>
          <a:p>
            <a:pPr defTabSz="914400">
              <a:lnSpc>
                <a:spcPct val="100000"/>
              </a:lnSpc>
              <a:tabLst>
                <a:tab algn="l" pos="0"/>
              </a:tabLst>
            </a:pPr>
            <a:r>
              <a:rPr b="0" lang="en-US" sz="1600" spc="-1" strike="noStrike">
                <a:solidFill>
                  <a:schemeClr val="accent1"/>
                </a:solidFill>
                <a:latin typeface="Consolas"/>
              </a:rPr>
              <a:t>Mozilla: Found and successfully patched 271 vulnerabilities within the Firefox browser using the model.</a:t>
            </a:r>
            <a:endParaRPr b="0" lang="en-US" sz="1600" spc="-1" strike="noStrike">
              <a:solidFill>
                <a:srgbClr val="ffffff"/>
              </a:solidFill>
              <a:latin typeface="Arial"/>
            </a:endParaRPr>
          </a:p>
          <a:p>
            <a:pPr defTabSz="914400">
              <a:lnSpc>
                <a:spcPct val="100000"/>
              </a:lnSpc>
              <a:tabLst>
                <a:tab algn="l" pos="0"/>
              </a:tabLst>
            </a:pPr>
            <a:endParaRPr b="0" lang="en-US" sz="1600" spc="-1" strike="noStrike">
              <a:solidFill>
                <a:srgbClr val="ffffff"/>
              </a:solidFill>
              <a:latin typeface="Arial"/>
            </a:endParaRPr>
          </a:p>
          <a:p>
            <a:pPr defTabSz="914400">
              <a:lnSpc>
                <a:spcPct val="100000"/>
              </a:lnSpc>
              <a:tabLst>
                <a:tab algn="l" pos="0"/>
              </a:tabLst>
            </a:pPr>
            <a:r>
              <a:rPr b="0" lang="en-US" sz="1600" spc="-1" strike="noStrike">
                <a:solidFill>
                  <a:srgbClr val="00b0f0"/>
                </a:solidFill>
                <a:latin typeface="Consolas"/>
              </a:rPr>
              <a:t>Open-BSD Zero-day: Found a critical integer flow in the SACK implemention that had remained hidden for 27 years.</a:t>
            </a:r>
            <a:endParaRPr b="0" lang="en-US" sz="1600" spc="-1" strike="noStrike">
              <a:solidFill>
                <a:srgbClr val="ffffff"/>
              </a:solidFill>
              <a:latin typeface="Arial"/>
            </a:endParaRPr>
          </a:p>
          <a:p>
            <a:pPr defTabSz="914400">
              <a:lnSpc>
                <a:spcPct val="100000"/>
              </a:lnSpc>
              <a:tabLst>
                <a:tab algn="l" pos="0"/>
              </a:tabLst>
            </a:pPr>
            <a:endParaRPr b="0" lang="en-US" sz="1600" spc="-1" strike="noStrike">
              <a:solidFill>
                <a:srgbClr val="ffffff"/>
              </a:solidFill>
              <a:latin typeface="Arial"/>
            </a:endParaRPr>
          </a:p>
          <a:p>
            <a:pPr defTabSz="914400">
              <a:lnSpc>
                <a:spcPct val="100000"/>
              </a:lnSpc>
              <a:tabLst>
                <a:tab algn="l" pos="0"/>
              </a:tabLst>
            </a:pPr>
            <a:r>
              <a:rPr b="0" lang="en-US" sz="1600" spc="-1" strike="noStrike">
                <a:solidFill>
                  <a:schemeClr val="accent1"/>
                </a:solidFill>
                <a:latin typeface="Consolas"/>
              </a:rPr>
              <a:t>wolfSSL: Identified a critical certificate-forgery vulnerability in the world’s most popular embedded SSL library</a:t>
            </a:r>
            <a:endParaRPr b="0" lang="en-US" sz="1600" spc="-1" strike="noStrike">
              <a:solidFill>
                <a:srgbClr val="ffffff"/>
              </a:solidFill>
              <a:latin typeface="Arial"/>
            </a:endParaRPr>
          </a:p>
          <a:p>
            <a:pPr defTabSz="914400">
              <a:lnSpc>
                <a:spcPct val="100000"/>
              </a:lnSpc>
              <a:tabLst>
                <a:tab algn="l" pos="0"/>
              </a:tabLst>
            </a:pPr>
            <a:endParaRPr b="0" lang="en-US" sz="1600" spc="-1" strike="noStrike">
              <a:solidFill>
                <a:srgbClr val="ffffff"/>
              </a:solidFill>
              <a:latin typeface="Arial"/>
            </a:endParaRPr>
          </a:p>
          <a:p>
            <a:pPr defTabSz="914400">
              <a:lnSpc>
                <a:spcPct val="100000"/>
              </a:lnSpc>
              <a:tabLst>
                <a:tab algn="l" pos="0"/>
              </a:tabLst>
            </a:pPr>
            <a:r>
              <a:rPr b="0" lang="en-US" sz="1600" spc="-1" strike="noStrike">
                <a:solidFill>
                  <a:srgbClr val="00b0f0"/>
                </a:solidFill>
                <a:latin typeface="Consolas"/>
              </a:rPr>
              <a:t>Github repositories: By scanning massive repository histories, mythos identifies forgotten vulnerabilities in legacy code commits and automatically generates pull requests for patches.</a:t>
            </a:r>
            <a:endParaRPr b="0" lang="en-US" sz="1600" spc="-1" strike="noStrike">
              <a:solidFill>
                <a:srgbClr val="ffffff"/>
              </a:solidFill>
              <a:latin typeface="Arial"/>
            </a:endParaRPr>
          </a:p>
          <a:p>
            <a:pPr defTabSz="914400">
              <a:lnSpc>
                <a:spcPct val="100000"/>
              </a:lnSpc>
              <a:tabLst>
                <a:tab algn="l" pos="0"/>
              </a:tabLst>
            </a:pPr>
            <a:endParaRPr b="0" lang="en-US" sz="1600" spc="-1" strike="noStrike">
              <a:solidFill>
                <a:srgbClr val="ffffff"/>
              </a:solidFill>
              <a:latin typeface="Arial"/>
            </a:endParaRPr>
          </a:p>
          <a:p>
            <a:pPr defTabSz="914400">
              <a:lnSpc>
                <a:spcPct val="100000"/>
              </a:lnSpc>
              <a:tabLst>
                <a:tab algn="l" pos="0"/>
              </a:tabLst>
            </a:pPr>
            <a:r>
              <a:rPr b="0" lang="en-US" sz="1600" spc="-1" strike="noStrike">
                <a:solidFill>
                  <a:schemeClr val="accent1"/>
                </a:solidFill>
                <a:latin typeface="Consolas"/>
              </a:rPr>
              <a:t>Linux: Mythos can take over a patched linux server in 10 minutes with KASLR exploit chain.</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Metin kutusu 5"/>
          <p:cNvSpPr/>
          <p:nvPr/>
        </p:nvSpPr>
        <p:spPr>
          <a:xfrm>
            <a:off x="0" y="0"/>
            <a:ext cx="521964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i="1" lang="en-US" sz="3600" spc="-1" strike="noStrike">
                <a:solidFill>
                  <a:srgbClr val="fa6500"/>
                </a:solidFill>
                <a:latin typeface="Times New Roman"/>
              </a:rPr>
              <a:t>+ Why is it dangerous</a:t>
            </a:r>
            <a:endParaRPr b="0" lang="en-US" sz="3600" spc="-1" strike="noStrike">
              <a:solidFill>
                <a:srgbClr val="ffffff"/>
              </a:solidFill>
              <a:latin typeface="Arial"/>
            </a:endParaRPr>
          </a:p>
        </p:txBody>
      </p:sp>
      <p:sp>
        <p:nvSpPr>
          <p:cNvPr id="100" name="Metin kutusu 3"/>
          <p:cNvSpPr/>
          <p:nvPr/>
        </p:nvSpPr>
        <p:spPr>
          <a:xfrm>
            <a:off x="0" y="5955120"/>
            <a:ext cx="9143640" cy="516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800" spc="-1" strike="noStrike">
                <a:solidFill>
                  <a:schemeClr val="accent4"/>
                </a:solidFill>
                <a:latin typeface="Consolas"/>
              </a:rPr>
              <a:t>Potential threats during public usage</a:t>
            </a:r>
            <a:endParaRPr b="0" lang="en-US" sz="2800" spc="-1" strike="noStrike">
              <a:solidFill>
                <a:srgbClr val="ffffff"/>
              </a:solidFill>
              <a:latin typeface="Arial"/>
            </a:endParaRPr>
          </a:p>
        </p:txBody>
      </p:sp>
      <p:sp>
        <p:nvSpPr>
          <p:cNvPr id="101" name="Metin kutusu 2"/>
          <p:cNvSpPr/>
          <p:nvPr/>
        </p:nvSpPr>
        <p:spPr>
          <a:xfrm>
            <a:off x="1494000" y="1628640"/>
            <a:ext cx="6155640" cy="31388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2000" spc="-1" strike="noStrike">
                <a:solidFill>
                  <a:schemeClr val="dk1"/>
                </a:solidFill>
                <a:latin typeface="Consolas"/>
              </a:rPr>
              <a:t>Malicious or uncontrolled using of model. You can use this LLM as a hackbot and easily hack fundamental infrastructures that made for supporting human life. Being the main tool for public lacks of very important information. And if they are not rare bugs we must talk about some emotional competitive specifications of this LLM that recorded at anthropic’s reports.</a:t>
            </a:r>
            <a:endParaRPr b="0" lang="en-US"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Metin kutusu 5"/>
          <p:cNvSpPr/>
          <p:nvPr/>
        </p:nvSpPr>
        <p:spPr>
          <a:xfrm>
            <a:off x="0" y="0"/>
            <a:ext cx="9143640" cy="8211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4800" spc="-1" strike="noStrike">
                <a:solidFill>
                  <a:srgbClr val="00b0f0"/>
                </a:solidFill>
                <a:latin typeface="Sitka Text Semibold"/>
              </a:rPr>
              <a:t>Glasswing</a:t>
            </a:r>
            <a:endParaRPr b="0" lang="en-US" sz="4800" spc="-1" strike="noStrike">
              <a:solidFill>
                <a:srgbClr val="ffffff"/>
              </a:solidFill>
              <a:latin typeface="Arial"/>
            </a:endParaRPr>
          </a:p>
        </p:txBody>
      </p:sp>
      <p:sp>
        <p:nvSpPr>
          <p:cNvPr id="103" name="Metin kutusu 3"/>
          <p:cNvSpPr/>
          <p:nvPr/>
        </p:nvSpPr>
        <p:spPr>
          <a:xfrm>
            <a:off x="0" y="5955120"/>
            <a:ext cx="9143640" cy="516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800" spc="-1" strike="noStrike">
                <a:solidFill>
                  <a:schemeClr val="accent4"/>
                </a:solidFill>
                <a:latin typeface="Consolas"/>
              </a:rPr>
              <a:t>1</a:t>
            </a:r>
            <a:r>
              <a:rPr b="0" lang="en-US" sz="2800" spc="-1" strike="noStrike" baseline="30000">
                <a:solidFill>
                  <a:schemeClr val="accent4"/>
                </a:solidFill>
                <a:latin typeface="Consolas"/>
              </a:rPr>
              <a:t>st</a:t>
            </a:r>
            <a:r>
              <a:rPr b="0" lang="en-US" sz="2800" spc="-1" strike="noStrike">
                <a:solidFill>
                  <a:schemeClr val="accent4"/>
                </a:solidFill>
                <a:latin typeface="Consolas"/>
              </a:rPr>
              <a:t> stage strategy of anthropic</a:t>
            </a:r>
            <a:endParaRPr b="0" lang="en-US" sz="2800" spc="-1" strike="noStrike">
              <a:solidFill>
                <a:srgbClr val="ffffff"/>
              </a:solidFill>
              <a:latin typeface="Arial"/>
            </a:endParaRPr>
          </a:p>
        </p:txBody>
      </p:sp>
      <p:sp>
        <p:nvSpPr>
          <p:cNvPr id="104" name="Metin kutusu 2"/>
          <p:cNvSpPr/>
          <p:nvPr/>
        </p:nvSpPr>
        <p:spPr>
          <a:xfrm>
            <a:off x="293760" y="1705680"/>
            <a:ext cx="4299480" cy="32580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600" spc="-1" strike="noStrike">
                <a:solidFill>
                  <a:schemeClr val="dk1"/>
                </a:solidFill>
                <a:latin typeface="Consolas"/>
              </a:rPr>
              <a:t>Today Anthropic Mythos only open for ~50 American companies. At this moment they using this model for only finding vulnerabilities of this companies and patching them before anybody else’s access to this model. But there are a question: How other countries softwares can protect them? How ethical letting to use this thing to only some segment of people? And Is it vulnerability being outside Glasswing?</a:t>
            </a:r>
            <a:endParaRPr b="0" lang="en-US" sz="1600" spc="-1" strike="noStrike">
              <a:solidFill>
                <a:srgbClr val="ffffff"/>
              </a:solidFill>
              <a:latin typeface="Arial"/>
            </a:endParaRPr>
          </a:p>
        </p:txBody>
      </p:sp>
      <p:pic>
        <p:nvPicPr>
          <p:cNvPr id="105" name="Picture 2" descr=""/>
          <p:cNvPicPr/>
          <p:nvPr/>
        </p:nvPicPr>
        <p:blipFill>
          <a:blip r:embed="rId1"/>
          <a:stretch/>
        </p:blipFill>
        <p:spPr>
          <a:xfrm>
            <a:off x="4932000" y="1115280"/>
            <a:ext cx="3684960" cy="1972080"/>
          </a:xfrm>
          <a:prstGeom prst="rect">
            <a:avLst/>
          </a:prstGeom>
          <a:ln w="0">
            <a:noFill/>
          </a:ln>
        </p:spPr>
      </p:pic>
      <p:pic>
        <p:nvPicPr>
          <p:cNvPr id="106" name="Picture 4" descr=""/>
          <p:cNvPicPr/>
          <p:nvPr/>
        </p:nvPicPr>
        <p:blipFill>
          <a:blip r:embed="rId2"/>
          <a:stretch/>
        </p:blipFill>
        <p:spPr>
          <a:xfrm>
            <a:off x="4932000" y="3088080"/>
            <a:ext cx="3684960" cy="1944360"/>
          </a:xfrm>
          <a:prstGeom prst="rect">
            <a:avLst/>
          </a:prstGeom>
          <a:ln w="0">
            <a:noFill/>
          </a:ln>
        </p:spPr>
      </p:pic>
      <p:sp>
        <p:nvSpPr>
          <p:cNvPr id="107" name="TextBox 7"/>
          <p:cNvSpPr/>
          <p:nvPr/>
        </p:nvSpPr>
        <p:spPr>
          <a:xfrm>
            <a:off x="6012000" y="5032800"/>
            <a:ext cx="172800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200" spc="-1" strike="noStrike">
                <a:solidFill>
                  <a:schemeClr val="dk1"/>
                </a:solidFill>
                <a:latin typeface="Times New Roman"/>
              </a:rPr>
              <a:t>+ ~40 companies more</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Metin kutusu 5"/>
          <p:cNvSpPr/>
          <p:nvPr/>
        </p:nvSpPr>
        <p:spPr>
          <a:xfrm>
            <a:off x="0" y="0"/>
            <a:ext cx="9143640" cy="8211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i="1" lang="en-US" sz="4800" spc="-1" strike="noStrike">
                <a:solidFill>
                  <a:srgbClr val="00b0f0"/>
                </a:solidFill>
                <a:latin typeface="Times New Roman"/>
              </a:rPr>
              <a:t>What is next? </a:t>
            </a:r>
            <a:endParaRPr b="0" lang="en-US" sz="4800" spc="-1" strike="noStrike">
              <a:solidFill>
                <a:srgbClr val="ffffff"/>
              </a:solidFill>
              <a:latin typeface="Arial"/>
            </a:endParaRPr>
          </a:p>
        </p:txBody>
      </p:sp>
      <p:sp>
        <p:nvSpPr>
          <p:cNvPr id="109" name="Metin kutusu 3"/>
          <p:cNvSpPr/>
          <p:nvPr/>
        </p:nvSpPr>
        <p:spPr>
          <a:xfrm>
            <a:off x="0" y="5955120"/>
            <a:ext cx="9143640" cy="516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800" spc="-1" strike="noStrike">
                <a:solidFill>
                  <a:schemeClr val="accent4"/>
                </a:solidFill>
                <a:latin typeface="Consolas"/>
              </a:rPr>
              <a:t>Unpredictable future of AI</a:t>
            </a:r>
            <a:endParaRPr b="0" lang="en-US" sz="2800" spc="-1" strike="noStrike">
              <a:solidFill>
                <a:srgbClr val="ffffff"/>
              </a:solidFill>
              <a:latin typeface="Arial"/>
            </a:endParaRPr>
          </a:p>
        </p:txBody>
      </p:sp>
      <p:sp>
        <p:nvSpPr>
          <p:cNvPr id="110" name="TextBox 1"/>
          <p:cNvSpPr/>
          <p:nvPr/>
        </p:nvSpPr>
        <p:spPr>
          <a:xfrm>
            <a:off x="0" y="677160"/>
            <a:ext cx="9143640" cy="3031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i="1" lang="en-US" sz="1400" spc="-1" strike="noStrike">
                <a:solidFill>
                  <a:srgbClr val="fa6500"/>
                </a:solidFill>
                <a:latin typeface="Times New Roman"/>
              </a:rPr>
              <a:t>My science fiction theories</a:t>
            </a:r>
            <a:endParaRPr b="0" lang="en-US" sz="1400" spc="-1" strike="noStrike">
              <a:solidFill>
                <a:srgbClr val="ffffff"/>
              </a:solidFill>
              <a:latin typeface="Arial"/>
            </a:endParaRPr>
          </a:p>
        </p:txBody>
      </p:sp>
      <p:sp>
        <p:nvSpPr>
          <p:cNvPr id="111" name="TextBox 2"/>
          <p:cNvSpPr/>
          <p:nvPr/>
        </p:nvSpPr>
        <p:spPr>
          <a:xfrm>
            <a:off x="0" y="2134440"/>
            <a:ext cx="9143640" cy="9126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800" spc="-1" strike="noStrike">
                <a:solidFill>
                  <a:schemeClr val="dk1"/>
                </a:solidFill>
                <a:latin typeface="Consolas"/>
              </a:rPr>
              <a:t>FORECAST 1: Mythos will be isolated and accessible for only big companies. Non-American companies would buy mythos after some time and their actions will be watched by anthropic.</a:t>
            </a:r>
            <a:endParaRPr b="0" lang="en-US" sz="1800" spc="-1" strike="noStrike">
              <a:solidFill>
                <a:srgbClr val="ffffff"/>
              </a:solidFill>
              <a:latin typeface="Arial"/>
            </a:endParaRPr>
          </a:p>
        </p:txBody>
      </p:sp>
      <p:sp>
        <p:nvSpPr>
          <p:cNvPr id="112" name="TextBox 7"/>
          <p:cNvSpPr/>
          <p:nvPr/>
        </p:nvSpPr>
        <p:spPr>
          <a:xfrm>
            <a:off x="0" y="1116720"/>
            <a:ext cx="914364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800" spc="-1" strike="noStrike">
                <a:solidFill>
                  <a:schemeClr val="dk1"/>
                </a:solidFill>
                <a:latin typeface="Consolas"/>
              </a:rPr>
              <a:t>Mythos is not a hype it will change all IT structure of world totally and it can be good or bad. It’s about humanity’s will.</a:t>
            </a:r>
            <a:endParaRPr b="0" lang="en-US" sz="1800" spc="-1" strike="noStrike">
              <a:solidFill>
                <a:srgbClr val="ffffff"/>
              </a:solidFill>
              <a:latin typeface="Arial"/>
            </a:endParaRPr>
          </a:p>
        </p:txBody>
      </p:sp>
      <p:sp>
        <p:nvSpPr>
          <p:cNvPr id="113" name="TextBox 8"/>
          <p:cNvSpPr/>
          <p:nvPr/>
        </p:nvSpPr>
        <p:spPr>
          <a:xfrm>
            <a:off x="0" y="3429000"/>
            <a:ext cx="9143640" cy="14612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800" spc="-1" strike="noStrike">
                <a:solidFill>
                  <a:schemeClr val="dk1"/>
                </a:solidFill>
                <a:latin typeface="Consolas"/>
              </a:rPr>
              <a:t>FORECAST 2: They will open this only big American companies. And maybe they want making a new limited version of it and sell it to public for competing with Gemini, GPT etc. It will be so expensive and will be a standard LLM that makes boring presentations and unsecure web-sites.</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Metin kutusu 5"/>
          <p:cNvSpPr/>
          <p:nvPr/>
        </p:nvSpPr>
        <p:spPr>
          <a:xfrm>
            <a:off x="0" y="0"/>
            <a:ext cx="9143640" cy="8211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i="1" lang="en-US" sz="4800" spc="-1" strike="noStrike">
                <a:solidFill>
                  <a:srgbClr val="00b0f0"/>
                </a:solidFill>
                <a:latin typeface="Times New Roman"/>
              </a:rPr>
              <a:t>What is next? </a:t>
            </a:r>
            <a:endParaRPr b="0" lang="en-US" sz="4800" spc="-1" strike="noStrike">
              <a:solidFill>
                <a:srgbClr val="ffffff"/>
              </a:solidFill>
              <a:latin typeface="Arial"/>
            </a:endParaRPr>
          </a:p>
        </p:txBody>
      </p:sp>
      <p:sp>
        <p:nvSpPr>
          <p:cNvPr id="115" name="Metin kutusu 3"/>
          <p:cNvSpPr/>
          <p:nvPr/>
        </p:nvSpPr>
        <p:spPr>
          <a:xfrm>
            <a:off x="0" y="5955120"/>
            <a:ext cx="9143640" cy="516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800" spc="-1" strike="noStrike">
                <a:solidFill>
                  <a:schemeClr val="accent4"/>
                </a:solidFill>
                <a:latin typeface="Consolas"/>
              </a:rPr>
              <a:t>Unpredictable future of AI</a:t>
            </a:r>
            <a:endParaRPr b="0" lang="en-US" sz="2800" spc="-1" strike="noStrike">
              <a:solidFill>
                <a:srgbClr val="ffffff"/>
              </a:solidFill>
              <a:latin typeface="Arial"/>
            </a:endParaRPr>
          </a:p>
        </p:txBody>
      </p:sp>
      <p:sp>
        <p:nvSpPr>
          <p:cNvPr id="116" name="TextBox 3"/>
          <p:cNvSpPr/>
          <p:nvPr/>
        </p:nvSpPr>
        <p:spPr>
          <a:xfrm>
            <a:off x="0" y="677160"/>
            <a:ext cx="9143640" cy="3031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i="1" lang="en-US" sz="1400" spc="-1" strike="noStrike">
                <a:solidFill>
                  <a:srgbClr val="fa6500"/>
                </a:solidFill>
                <a:latin typeface="Times New Roman"/>
              </a:rPr>
              <a:t>My sci-fi theories</a:t>
            </a:r>
            <a:endParaRPr b="0" lang="en-US" sz="1400" spc="-1" strike="noStrike">
              <a:solidFill>
                <a:srgbClr val="ffffff"/>
              </a:solidFill>
              <a:latin typeface="Arial"/>
            </a:endParaRPr>
          </a:p>
        </p:txBody>
      </p:sp>
      <p:sp>
        <p:nvSpPr>
          <p:cNvPr id="117" name="TextBox 4"/>
          <p:cNvSpPr/>
          <p:nvPr/>
        </p:nvSpPr>
        <p:spPr>
          <a:xfrm>
            <a:off x="0" y="1577160"/>
            <a:ext cx="9143640" cy="42336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1600" spc="-1" strike="noStrike">
                <a:solidFill>
                  <a:schemeClr val="dk1"/>
                </a:solidFill>
                <a:latin typeface="Consolas"/>
              </a:rPr>
              <a:t>FORECAST 3: It looks like sci-fi but maybe they will release it for public and after some time humanity will be figure out how they live with this. At every case after that nothing will be same. If Mythos is not very good too at software coding and it also codes plenty of vulnerabilities at every code like other models, vibe coding will dead. But if Mythos also so good at improving complex projects accurately it will be so expensive and totally secure software coding will be an expensive thing. So do you need a web-site? Better buy Mythos. Because your handmade or Gemini-powered site will be hacked in 5 minutes by some guy or bot just bought Mythos. So count of IT workers at big companies will extremely reduce after release. I did think about this, because (Yes. I know it is not exact same situation. But they are similar at some point. Who knows?) if you remember at 2019 OpenAI said we will not release GPT-2. They said a model with 1500 parameters is to dangerous. But today public AI models that more powerful than GPT-2 are countless. So why not? Maybe in future everybody will use mythos and its alternates for trying crack someone at the internet. :)</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Metin kutusu 4"/>
          <p:cNvSpPr/>
          <p:nvPr/>
        </p:nvSpPr>
        <p:spPr>
          <a:xfrm>
            <a:off x="0" y="3720960"/>
            <a:ext cx="9143640" cy="4554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400" spc="-1" strike="noStrike">
                <a:solidFill>
                  <a:srgbClr val="00b050"/>
                </a:solidFill>
                <a:latin typeface="Consolas"/>
              </a:rPr>
              <a:t>Free work of </a:t>
            </a:r>
            <a:r>
              <a:rPr b="0" lang="az-Latn-AZ" sz="2400" spc="-1" strike="noStrike">
                <a:solidFill>
                  <a:srgbClr val="00b050"/>
                </a:solidFill>
                <a:latin typeface="Consolas"/>
              </a:rPr>
              <a:t>Yusif</a:t>
            </a:r>
            <a:r>
              <a:rPr b="0" lang="en-US" sz="2400" spc="-1" strike="noStrike">
                <a:solidFill>
                  <a:srgbClr val="00b050"/>
                </a:solidFill>
                <a:latin typeface="Consolas"/>
              </a:rPr>
              <a:t> </a:t>
            </a:r>
            <a:r>
              <a:rPr b="0" lang="az-Latn-AZ" sz="2400" spc="-1" strike="noStrike">
                <a:solidFill>
                  <a:srgbClr val="00b050"/>
                </a:solidFill>
                <a:latin typeface="Consolas"/>
              </a:rPr>
              <a:t>Samadov</a:t>
            </a:r>
            <a:endParaRPr b="0" lang="en-US" sz="2400" spc="-1" strike="noStrike">
              <a:solidFill>
                <a:srgbClr val="ffffff"/>
              </a:solidFill>
              <a:latin typeface="Arial"/>
            </a:endParaRPr>
          </a:p>
        </p:txBody>
      </p:sp>
      <p:sp>
        <p:nvSpPr>
          <p:cNvPr id="119" name="Metin kutusu 13"/>
          <p:cNvSpPr/>
          <p:nvPr/>
        </p:nvSpPr>
        <p:spPr>
          <a:xfrm>
            <a:off x="838440" y="1772640"/>
            <a:ext cx="7672320" cy="8211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i="1" lang="en-US" sz="4800" spc="-1" strike="noStrike">
                <a:solidFill>
                  <a:srgbClr val="00b0f0"/>
                </a:solidFill>
                <a:latin typeface="Times New Roman"/>
              </a:rPr>
              <a:t>Thanks for attention</a:t>
            </a:r>
            <a:endParaRPr b="0" lang="en-US" sz="4800" spc="-1" strike="noStrike">
              <a:solidFill>
                <a:srgbClr val="ffffff"/>
              </a:solidFill>
              <a:latin typeface="Arial"/>
            </a:endParaRPr>
          </a:p>
        </p:txBody>
      </p:sp>
      <p:sp>
        <p:nvSpPr>
          <p:cNvPr id="120" name="Metin kutusu 4"/>
          <p:cNvSpPr/>
          <p:nvPr/>
        </p:nvSpPr>
        <p:spPr>
          <a:xfrm>
            <a:off x="0" y="6381360"/>
            <a:ext cx="914364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1800" spc="-1" strike="noStrike">
                <a:solidFill>
                  <a:srgbClr val="00b050"/>
                </a:solidFill>
                <a:latin typeface="Consolas"/>
              </a:rPr>
              <a:t>Communication and more about me: yusifsamadov457.github.io</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Metin kutusu 5"/>
          <p:cNvSpPr/>
          <p:nvPr/>
        </p:nvSpPr>
        <p:spPr>
          <a:xfrm>
            <a:off x="0" y="-61560"/>
            <a:ext cx="9143640" cy="6382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3600" spc="-1" strike="noStrike">
                <a:solidFill>
                  <a:srgbClr val="00b0f0"/>
                </a:solidFill>
                <a:latin typeface="Consolas"/>
              </a:rPr>
              <a:t>References</a:t>
            </a:r>
            <a:endParaRPr b="0" lang="en-US" sz="3600" spc="-1" strike="noStrike">
              <a:solidFill>
                <a:srgbClr val="ffffff"/>
              </a:solidFill>
              <a:latin typeface="Arial"/>
            </a:endParaRPr>
          </a:p>
        </p:txBody>
      </p:sp>
      <p:sp>
        <p:nvSpPr>
          <p:cNvPr id="122" name="Metin kutusu 1"/>
          <p:cNvSpPr/>
          <p:nvPr/>
        </p:nvSpPr>
        <p:spPr>
          <a:xfrm>
            <a:off x="611640" y="476640"/>
            <a:ext cx="7920360" cy="2832840"/>
          </a:xfrm>
          <a:prstGeom prst="rect">
            <a:avLst/>
          </a:prstGeom>
          <a:noFill/>
          <a:ln w="0">
            <a:noFill/>
          </a:ln>
        </p:spPr>
        <p:style>
          <a:lnRef idx="0"/>
          <a:fillRef idx="0"/>
          <a:effectRef idx="0"/>
          <a:fontRef idx="minor"/>
        </p:style>
        <p:txBody>
          <a:bodyPr lIns="90000" rIns="90000" tIns="45000" bIns="45000" anchor="t">
            <a:spAutoFit/>
          </a:bodyPr>
          <a:p>
            <a:pPr marL="343080" indent="-343080" algn="just" defTabSz="914400">
              <a:lnSpc>
                <a:spcPct val="100000"/>
              </a:lnSpc>
              <a:buClr>
                <a:srgbClr val="ffffff"/>
              </a:buClr>
              <a:buFont typeface="OpenSymbol"/>
              <a:buAutoNum type="arabicParenR"/>
            </a:pPr>
            <a:r>
              <a:rPr b="1" lang="en-US" sz="1800" spc="-1" strike="noStrike" u="sng">
                <a:solidFill>
                  <a:schemeClr val="dk1"/>
                </a:solidFill>
                <a:uFillTx/>
                <a:latin typeface="Arial Narrow"/>
                <a:hlinkClick r:id="rId1"/>
              </a:rPr>
              <a:t>www.anthropic.com/glasswing</a:t>
            </a:r>
            <a:endParaRPr b="0" lang="en-US" sz="1800" spc="-1" strike="noStrike">
              <a:solidFill>
                <a:srgbClr val="ffffff"/>
              </a:solidFill>
              <a:latin typeface="Arial"/>
            </a:endParaRPr>
          </a:p>
          <a:p>
            <a:pPr marL="343080" indent="-343080" algn="just" defTabSz="914400">
              <a:lnSpc>
                <a:spcPct val="100000"/>
              </a:lnSpc>
              <a:buClr>
                <a:srgbClr val="ffffff"/>
              </a:buClr>
              <a:buFont typeface="OpenSymbol"/>
              <a:buAutoNum type="arabicParenR"/>
            </a:pPr>
            <a:r>
              <a:rPr b="1" lang="en-US" sz="1800" spc="-1" strike="noStrike" u="sng">
                <a:solidFill>
                  <a:schemeClr val="dk1"/>
                </a:solidFill>
                <a:uFillTx/>
                <a:latin typeface="Arial Narrow"/>
                <a:hlinkClick r:id="rId2"/>
              </a:rPr>
              <a:t>www-cdn.anthropic.com/8b8380204f74670be75e81c820ca8dda846ab289.pdf</a:t>
            </a:r>
            <a:endParaRPr b="0" lang="en-US" sz="1800" spc="-1" strike="noStrike">
              <a:solidFill>
                <a:srgbClr val="ffffff"/>
              </a:solidFill>
              <a:latin typeface="Arial"/>
            </a:endParaRPr>
          </a:p>
          <a:p>
            <a:pPr marL="343080" indent="-343080" algn="just" defTabSz="914400">
              <a:lnSpc>
                <a:spcPct val="100000"/>
              </a:lnSpc>
              <a:buClr>
                <a:srgbClr val="ffffff"/>
              </a:buClr>
              <a:buFont typeface="OpenSymbol"/>
              <a:buAutoNum type="arabicParenR"/>
            </a:pPr>
            <a:r>
              <a:rPr b="1" lang="en-US" sz="1800" spc="-1" strike="noStrike" u="sng">
                <a:solidFill>
                  <a:schemeClr val="dk1"/>
                </a:solidFill>
                <a:uFillTx/>
                <a:latin typeface="Arial Narrow"/>
                <a:hlinkClick r:id="rId3"/>
              </a:rPr>
              <a:t>www-cdn.anthropic.com/3edfc1a7f947aa81841cf88305cb513f184c36ae.pdf</a:t>
            </a:r>
            <a:endParaRPr b="0" lang="en-US" sz="1800" spc="-1" strike="noStrike">
              <a:solidFill>
                <a:srgbClr val="ffffff"/>
              </a:solidFill>
              <a:latin typeface="Arial"/>
            </a:endParaRPr>
          </a:p>
          <a:p>
            <a:pPr marL="343080" indent="-343080" algn="just" defTabSz="914400">
              <a:lnSpc>
                <a:spcPct val="100000"/>
              </a:lnSpc>
              <a:buClr>
                <a:srgbClr val="ffffff"/>
              </a:buClr>
              <a:buFont typeface="OpenSymbol"/>
              <a:buAutoNum type="arabicParenR"/>
            </a:pPr>
            <a:r>
              <a:rPr b="1" lang="en-US" sz="1800" spc="-1" strike="noStrike" u="sng">
                <a:solidFill>
                  <a:schemeClr val="dk1"/>
                </a:solidFill>
                <a:uFillTx/>
                <a:latin typeface="Arial Narrow"/>
                <a:hlinkClick r:id="rId4"/>
              </a:rPr>
              <a:t>youtu.be/</a:t>
            </a:r>
            <a:r>
              <a:rPr b="1" lang="en-US" sz="1800" spc="-1" strike="noStrike" u="sng">
                <a:solidFill>
                  <a:schemeClr val="dk1"/>
                </a:solidFill>
                <a:uFillTx/>
                <a:latin typeface="Arial Narrow"/>
                <a:hlinkClick r:id="rId5"/>
              </a:rPr>
              <a:t>RDUGbxslOcM?si</a:t>
            </a:r>
            <a:r>
              <a:rPr b="1" lang="en-US" sz="1800" spc="-1" strike="noStrike" u="sng">
                <a:solidFill>
                  <a:schemeClr val="dk1"/>
                </a:solidFill>
                <a:uFillTx/>
                <a:latin typeface="Arial Narrow"/>
                <a:hlinkClick r:id="rId6"/>
              </a:rPr>
              <a:t>=</a:t>
            </a:r>
            <a:r>
              <a:rPr b="1" lang="en-US" sz="1800" spc="-1" strike="noStrike" u="sng">
                <a:solidFill>
                  <a:schemeClr val="dk1"/>
                </a:solidFill>
                <a:uFillTx/>
                <a:latin typeface="Arial Narrow"/>
                <a:hlinkClick r:id="rId7"/>
              </a:rPr>
              <a:t>wzFNFIXYvzMPGong</a:t>
            </a:r>
            <a:endParaRPr b="0" lang="en-US" sz="1800" spc="-1" strike="noStrike">
              <a:solidFill>
                <a:srgbClr val="ffffff"/>
              </a:solidFill>
              <a:latin typeface="Arial"/>
            </a:endParaRPr>
          </a:p>
          <a:p>
            <a:pPr marL="343080" indent="-343080" algn="just" defTabSz="914400">
              <a:lnSpc>
                <a:spcPct val="100000"/>
              </a:lnSpc>
              <a:buClr>
                <a:srgbClr val="ffffff"/>
              </a:buClr>
              <a:buFont typeface="OpenSymbol"/>
              <a:buAutoNum type="arabicParenR"/>
            </a:pPr>
            <a:r>
              <a:rPr b="1" lang="en-US" sz="1800" spc="-1" strike="noStrike" u="sng">
                <a:solidFill>
                  <a:schemeClr val="dk1"/>
                </a:solidFill>
                <a:uFillTx/>
                <a:latin typeface="Arial Narrow"/>
                <a:hlinkClick r:id="rId8"/>
              </a:rPr>
              <a:t>youtu.be/V6pgZKVcKpw?si=DtkVIolgQsL0RjRf</a:t>
            </a:r>
            <a:endParaRPr b="0" lang="en-US" sz="1800" spc="-1" strike="noStrike">
              <a:solidFill>
                <a:srgbClr val="ffffff"/>
              </a:solidFill>
              <a:latin typeface="Arial"/>
            </a:endParaRPr>
          </a:p>
          <a:p>
            <a:pPr marL="343080" indent="-343080" algn="just" defTabSz="914400">
              <a:lnSpc>
                <a:spcPct val="100000"/>
              </a:lnSpc>
              <a:buClr>
                <a:srgbClr val="ffffff"/>
              </a:buClr>
              <a:buFont typeface="OpenSymbol"/>
              <a:buAutoNum type="arabicParenR"/>
            </a:pPr>
            <a:r>
              <a:rPr b="1" lang="en-US" sz="1800" spc="-1" strike="noStrike" u="sng">
                <a:solidFill>
                  <a:schemeClr val="dk1"/>
                </a:solidFill>
                <a:uFillTx/>
                <a:latin typeface="Arial Narrow"/>
                <a:hlinkClick r:id="rId9"/>
              </a:rPr>
              <a:t>youtu.be/t24iowTP1bI?si=pxUEIcUDIIyPk2FF</a:t>
            </a:r>
            <a:endParaRPr b="0" lang="en-US" sz="1800" spc="-1" strike="noStrike">
              <a:solidFill>
                <a:srgbClr val="ffffff"/>
              </a:solidFill>
              <a:latin typeface="Arial"/>
            </a:endParaRPr>
          </a:p>
          <a:p>
            <a:pPr marL="343080" indent="-343080" algn="just" defTabSz="914400">
              <a:lnSpc>
                <a:spcPct val="100000"/>
              </a:lnSpc>
              <a:buClr>
                <a:srgbClr val="ffffff"/>
              </a:buClr>
              <a:buFont typeface="OpenSymbol"/>
              <a:buAutoNum type="arabicParenR"/>
            </a:pPr>
            <a:r>
              <a:rPr b="1" lang="en-US" sz="1800" spc="-1" strike="noStrike" u="sng">
                <a:solidFill>
                  <a:schemeClr val="dk1"/>
                </a:solidFill>
                <a:uFillTx/>
                <a:latin typeface="Arial Narrow"/>
                <a:hlinkClick r:id="rId10"/>
              </a:rPr>
              <a:t>medium.com</a:t>
            </a:r>
            <a:r>
              <a:rPr b="1" lang="en-US" sz="1800" spc="-1" strike="noStrike" u="sng">
                <a:solidFill>
                  <a:schemeClr val="dk1"/>
                </a:solidFill>
                <a:uFillTx/>
                <a:latin typeface="Arial Narrow"/>
                <a:hlinkClick r:id="rId11"/>
              </a:rPr>
              <a:t>/@</a:t>
            </a:r>
            <a:r>
              <a:rPr b="1" lang="en-US" sz="1800" spc="-1" strike="noStrike" u="sng">
                <a:solidFill>
                  <a:schemeClr val="dk1"/>
                </a:solidFill>
                <a:uFillTx/>
                <a:latin typeface="Arial Narrow"/>
                <a:hlinkClick r:id="rId12"/>
              </a:rPr>
              <a:t>sebuzdugan/gpt-2-vs-modern-llms-what-too-dangerous-looked-like-in-2019-ffa313366607</a:t>
            </a:r>
            <a:endParaRPr b="0" lang="en-US" sz="1800" spc="-1" strike="noStrike">
              <a:solidFill>
                <a:srgbClr val="ffffff"/>
              </a:solidFill>
              <a:latin typeface="Arial"/>
            </a:endParaRPr>
          </a:p>
          <a:p>
            <a:pPr marL="343080" indent="-343080" algn="just" defTabSz="914400">
              <a:lnSpc>
                <a:spcPct val="100000"/>
              </a:lnSpc>
              <a:buClr>
                <a:srgbClr val="ffffff"/>
              </a:buClr>
              <a:buFont typeface="OpenSymbol"/>
              <a:buAutoNum type="arabicParenR"/>
            </a:pPr>
            <a:r>
              <a:rPr b="1" lang="en-US" sz="1800" spc="-1" strike="noStrike" u="sng">
                <a:solidFill>
                  <a:schemeClr val="dk1"/>
                </a:solidFill>
                <a:uFillTx/>
                <a:latin typeface="Arial Narrow"/>
                <a:hlinkClick r:id="rId13"/>
              </a:rPr>
              <a:t>www.bbc.com/news/articles/crk1py1jgzko</a:t>
            </a:r>
            <a:endParaRPr b="0" lang="en-US" sz="1800" spc="-1" strike="noStrike">
              <a:solidFill>
                <a:srgbClr val="ffffff"/>
              </a:solidFill>
              <a:latin typeface="Arial"/>
            </a:endParaRPr>
          </a:p>
          <a:p>
            <a:pPr marL="343080" indent="-343080" algn="just" defTabSz="914400">
              <a:lnSpc>
                <a:spcPct val="100000"/>
              </a:lnSpc>
              <a:buClr>
                <a:srgbClr val="ffffff"/>
              </a:buClr>
              <a:buFont typeface="OpenSymbol"/>
              <a:buAutoNum type="arabicParenR"/>
            </a:pPr>
            <a:r>
              <a:rPr b="1" lang="en-US" sz="1800" spc="-1" strike="noStrike" u="sng">
                <a:solidFill>
                  <a:schemeClr val="dk1"/>
                </a:solidFill>
                <a:uFillTx/>
                <a:latin typeface="Arial Narrow"/>
                <a:hlinkClick r:id="rId14"/>
              </a:rPr>
              <a:t>www.researchgate.net/publication/404019837_From_GPT-2_to_Claude_Mythos_How_Too_Dangerous_to_Release_Narratives_Shape_Perceptions_of_Frontier_AI</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ppt/theme/theme2.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ppt/theme/theme3.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ppt/theme/theme4.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ppt/theme/theme5.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ppt/theme/theme6.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ppt/theme/theme7.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ppt/theme/theme8.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ppt/theme/theme9.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Ufuk">
  <a:themeElements>
    <a:clrScheme name="Custom 1">
      <a:dk1>
        <a:srgbClr val="000000"/>
      </a:dk1>
      <a:lt1>
        <a:srgbClr val="ffffff"/>
      </a:lt1>
      <a:dk2>
        <a:srgbClr val="1f2123"/>
      </a:dk2>
      <a:lt2>
        <a:srgbClr val="dc9e1f"/>
      </a:lt2>
      <a:accent1>
        <a:srgbClr val="7e97ad"/>
      </a:accent1>
      <a:accent2>
        <a:srgbClr val="cc8e60"/>
      </a:accent2>
      <a:accent3>
        <a:srgbClr val="7a6a60"/>
      </a:accent3>
      <a:accent4>
        <a:srgbClr val="b4936d"/>
      </a:accent4>
      <a:accent5>
        <a:srgbClr val="67787b"/>
      </a:accent5>
      <a:accent6>
        <a:srgbClr val="9d936f"/>
      </a:accent6>
      <a:hlink>
        <a:srgbClr val="00b0f0"/>
      </a:hlink>
      <a:folHlink>
        <a:srgbClr val="969696"/>
      </a:folHlink>
    </a:clrScheme>
    <a:fontScheme name="Ufuk">
      <a:majorFont>
        <a:latin typeface="Arial Narrow" pitchFamily="0" charset="1"/>
        <a:ea typeface=""/>
        <a:cs typeface=""/>
      </a:majorFont>
      <a:minorFont>
        <a:latin typeface="Arial Narrow" pitchFamily="0" charset="1"/>
        <a:ea typeface=""/>
        <a:cs typeface=""/>
      </a:minorFont>
    </a:fontScheme>
    <a:fmtScheme>
      <a:fillStyleLst>
        <a:solidFill>
          <a:schemeClr val="phClr"/>
        </a:solidFill>
        <a:gradFill>
          <a:gsLst>
            <a:gs pos="0">
              <a:schemeClr val="phClr">
                <a:tint val="83000"/>
                <a:shade val="100000"/>
              </a:schemeClr>
            </a:gs>
            <a:gs pos="100000">
              <a:schemeClr val="phClr">
                <a:tint val="61000"/>
              </a:schemeClr>
            </a:gs>
          </a:gsLst>
          <a:path path="circle">
            <a:fillToRect l="100000" t="100000" r="100000" b="100000"/>
          </a:path>
          <a:tileRect l="0" t="0" r="0" b="0"/>
        </a:gradFill>
        <a:gradFill>
          <a:gsLst>
            <a:gs pos="0">
              <a:schemeClr val="phClr">
                <a:shade val="85000"/>
              </a:schemeClr>
            </a:gs>
            <a:gs pos="100000">
              <a:schemeClr val="phClr">
                <a:tint val="90000"/>
              </a:schemeClr>
            </a:gs>
          </a:gsLst>
          <a:path path="circle">
            <a:fillToRect l="100000" t="100000" r="100000" b="100000"/>
          </a:path>
          <a:tileRect l="0" t="0" r="0" b="0"/>
        </a:gradFill>
      </a:fillStyleLst>
      <a:lnStyleLst>
        <a:ln w="9525" cap="flat" cmpd="sng" algn="ctr">
          <a:prstDash val="solid"/>
        </a:ln>
        <a:ln w="10795" cap="flat" cmpd="sng" algn="ctr">
          <a:prstDash val="solid"/>
        </a:ln>
        <a:ln w="1524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6000"/>
                <a:shade val="100000"/>
              </a:schemeClr>
            </a:gs>
            <a:gs pos="31000">
              <a:schemeClr val="phClr">
                <a:tint val="100000"/>
                <a:shade val="90000"/>
              </a:schemeClr>
            </a:gs>
            <a:gs pos="100000">
              <a:schemeClr val="phClr">
                <a:tint val="100000"/>
                <a:shade val="80000"/>
              </a:schemeClr>
            </a:gs>
          </a:gsLst>
          <a:lin ang="5400000" scaled="0"/>
          <a:tileRect l="0" t="0" r="0" b="0"/>
        </a:gradFill>
        <a:gradFill>
          <a:gsLst>
            <a:gs pos="0">
              <a:schemeClr val="phClr">
                <a:tint val="96000"/>
                <a:shade val="100000"/>
              </a:schemeClr>
            </a:gs>
            <a:gs pos="41000">
              <a:schemeClr val="phClr">
                <a:tint val="100000"/>
                <a:shade val="100000"/>
              </a:schemeClr>
            </a:gs>
            <a:gs pos="100000">
              <a:schemeClr val="phClr">
                <a:tint val="100000"/>
                <a:shade val="65000"/>
              </a:schemeClr>
            </a:gs>
          </a:gsLst>
          <a:path path="circle">
            <a:fillToRect l="50000" t="80000" r="100000" b="10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Horizon</Template>
  <TotalTime>1399</TotalTime>
  <Application>LibreOffice/24.2.7.2$Linux_X86_64 LibreOffice_project/420$Build-2</Application>
  <AppVersion>15.0000</AppVersion>
  <Words>824</Words>
  <Paragraphs>72</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2025-12-07T16:51:37Z</dcterms:created>
  <dc:creator>Polarbear</dc:creator>
  <dc:description/>
  <dc:language>en-US</dc:language>
  <cp:lastModifiedBy/>
  <cp:lastPrinted>2026-05-26T09:01:21Z</cp:lastPrinted>
  <dcterms:modified xsi:type="dcterms:W3CDTF">2026-05-26T09:02:25Z</dcterms:modified>
  <cp:revision>98</cp:revision>
  <dc:subject/>
  <dc:title>PowerPoint Sunusu</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y fmtid="{D5CDD505-2E9C-101B-9397-08002B2CF9AE}" pid="3" name="Slides">
    <vt:i4>11</vt:i4>
  </property>
</Properties>
</file>